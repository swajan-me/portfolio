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32"/>
  </p:notesMasterIdLst>
  <p:sldIdLst>
    <p:sldId id="256" r:id="rId2"/>
    <p:sldId id="258" r:id="rId3"/>
    <p:sldId id="259" r:id="rId4"/>
    <p:sldId id="260" r:id="rId5"/>
    <p:sldId id="287" r:id="rId6"/>
    <p:sldId id="263" r:id="rId7"/>
    <p:sldId id="288" r:id="rId8"/>
    <p:sldId id="289" r:id="rId9"/>
    <p:sldId id="275" r:id="rId10"/>
    <p:sldId id="290" r:id="rId11"/>
    <p:sldId id="291" r:id="rId12"/>
    <p:sldId id="264" r:id="rId13"/>
    <p:sldId id="292" r:id="rId14"/>
    <p:sldId id="293" r:id="rId15"/>
    <p:sldId id="294" r:id="rId16"/>
    <p:sldId id="295" r:id="rId17"/>
    <p:sldId id="268" r:id="rId18"/>
    <p:sldId id="296" r:id="rId19"/>
    <p:sldId id="297" r:id="rId20"/>
    <p:sldId id="267" r:id="rId21"/>
    <p:sldId id="298" r:id="rId22"/>
    <p:sldId id="299" r:id="rId23"/>
    <p:sldId id="270" r:id="rId24"/>
    <p:sldId id="269" r:id="rId25"/>
    <p:sldId id="300" r:id="rId26"/>
    <p:sldId id="301" r:id="rId27"/>
    <p:sldId id="302" r:id="rId28"/>
    <p:sldId id="282" r:id="rId29"/>
    <p:sldId id="261" r:id="rId30"/>
    <p:sldId id="283" r:id="rId31"/>
  </p:sldIdLst>
  <p:sldSz cx="9144000" cy="5143500" type="screen16x9"/>
  <p:notesSz cx="6858000" cy="9144000"/>
  <p:embeddedFontLst>
    <p:embeddedFont>
      <p:font typeface="Hind" panose="02000000000000000000" pitchFamily="2" charset="0"/>
      <p:regular r:id="rId33"/>
      <p:bold r:id="rId34"/>
    </p:embeddedFont>
    <p:embeddedFont>
      <p:font typeface="Lato" panose="020F0502020204030203" pitchFamily="34" charset="0"/>
      <p:regular r:id="rId35"/>
      <p:bold r:id="rId36"/>
      <p:italic r:id="rId37"/>
      <p:boldItalic r:id="rId38"/>
    </p:embeddedFont>
    <p:embeddedFont>
      <p:font typeface="Playfair Display" panose="00000500000000000000" pitchFamily="2" charset="0"/>
      <p:regular r:id="rId39"/>
      <p:bold r:id="rId40"/>
      <p:italic r:id="rId41"/>
      <p:boldItalic r:id="rId42"/>
    </p:embeddedFont>
    <p:embeddedFont>
      <p:font typeface="Playfair Display Medium" panose="020B0604020202020204" charset="0"/>
      <p:regular r:id="rId43"/>
      <p:bold r:id="rId44"/>
      <p:italic r:id="rId45"/>
      <p:boldItalic r:id="rId46"/>
    </p:embeddedFont>
    <p:embeddedFont>
      <p:font typeface="PT Sans" panose="020B050302020302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1B18C4F-940A-4338-B577-D8BDEE41E805}">
  <a:tblStyle styleId="{31B18C4F-940A-4338-B577-D8BDEE41E80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3c2bc466c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13c2bc466c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2392ee99e12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2392ee99e12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22361ae82b9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22361ae82b9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D2AACBF7-981D-4597-D014-5926AB0B0894}"/>
            </a:ext>
          </a:extLst>
        </p:cNvPr>
        <p:cNvGrpSpPr/>
        <p:nvPr/>
      </p:nvGrpSpPr>
      <p:grpSpPr>
        <a:xfrm>
          <a:off x="0" y="0"/>
          <a:ext cx="0" cy="0"/>
          <a:chOff x="0" y="0"/>
          <a:chExt cx="0" cy="0"/>
        </a:xfrm>
      </p:grpSpPr>
      <p:sp>
        <p:nvSpPr>
          <p:cNvPr id="427" name="Google Shape;427;g2392ee99e12_2_5:notes">
            <a:extLst>
              <a:ext uri="{FF2B5EF4-FFF2-40B4-BE49-F238E27FC236}">
                <a16:creationId xmlns:a16="http://schemas.microsoft.com/office/drawing/2014/main" id="{39D1DD0E-A042-8461-F464-E57FE6E98D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2392ee99e12_2_5:notes">
            <a:extLst>
              <a:ext uri="{FF2B5EF4-FFF2-40B4-BE49-F238E27FC236}">
                <a16:creationId xmlns:a16="http://schemas.microsoft.com/office/drawing/2014/main" id="{75B5DBAE-684C-0405-504B-5E4746A5C6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60537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2392ee99e12_2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2392ee99e12_2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a:extLst>
            <a:ext uri="{FF2B5EF4-FFF2-40B4-BE49-F238E27FC236}">
              <a16:creationId xmlns:a16="http://schemas.microsoft.com/office/drawing/2014/main" id="{9DECFA57-A917-CFBC-DA91-D7C6F2DEEC7D}"/>
            </a:ext>
          </a:extLst>
        </p:cNvPr>
        <p:cNvGrpSpPr/>
        <p:nvPr/>
      </p:nvGrpSpPr>
      <p:grpSpPr>
        <a:xfrm>
          <a:off x="0" y="0"/>
          <a:ext cx="0" cy="0"/>
          <a:chOff x="0" y="0"/>
          <a:chExt cx="0" cy="0"/>
        </a:xfrm>
      </p:grpSpPr>
      <p:sp>
        <p:nvSpPr>
          <p:cNvPr id="480" name="Google Shape;480;g2392ee99e12_2_62:notes">
            <a:extLst>
              <a:ext uri="{FF2B5EF4-FFF2-40B4-BE49-F238E27FC236}">
                <a16:creationId xmlns:a16="http://schemas.microsoft.com/office/drawing/2014/main" id="{DA0D73B7-5F3C-7141-76C0-275F551ABC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2392ee99e12_2_62:notes">
            <a:extLst>
              <a:ext uri="{FF2B5EF4-FFF2-40B4-BE49-F238E27FC236}">
                <a16:creationId xmlns:a16="http://schemas.microsoft.com/office/drawing/2014/main" id="{7F1FFDCD-5D45-80A7-F72E-3A4D49999C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5955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B06168C6-44C7-CB88-0639-0E226C78C8A7}"/>
            </a:ext>
          </a:extLst>
        </p:cNvPr>
        <p:cNvGrpSpPr/>
        <p:nvPr/>
      </p:nvGrpSpPr>
      <p:grpSpPr>
        <a:xfrm>
          <a:off x="0" y="0"/>
          <a:ext cx="0" cy="0"/>
          <a:chOff x="0" y="0"/>
          <a:chExt cx="0" cy="0"/>
        </a:xfrm>
      </p:grpSpPr>
      <p:sp>
        <p:nvSpPr>
          <p:cNvPr id="427" name="Google Shape;427;g2392ee99e12_2_5:notes">
            <a:extLst>
              <a:ext uri="{FF2B5EF4-FFF2-40B4-BE49-F238E27FC236}">
                <a16:creationId xmlns:a16="http://schemas.microsoft.com/office/drawing/2014/main" id="{0CF0C220-8E6A-81DB-ABD6-9637ED392B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2392ee99e12_2_5:notes">
            <a:extLst>
              <a:ext uri="{FF2B5EF4-FFF2-40B4-BE49-F238E27FC236}">
                <a16:creationId xmlns:a16="http://schemas.microsoft.com/office/drawing/2014/main" id="{73E778E0-02D8-6C83-C8D6-30A4EBA4F7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30882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2392ee99e12_2_8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2392ee99e12_2_8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a:extLst>
            <a:ext uri="{FF2B5EF4-FFF2-40B4-BE49-F238E27FC236}">
              <a16:creationId xmlns:a16="http://schemas.microsoft.com/office/drawing/2014/main" id="{B24AF59D-93E3-B712-7295-C0EB904BFAD1}"/>
            </a:ext>
          </a:extLst>
        </p:cNvPr>
        <p:cNvGrpSpPr/>
        <p:nvPr/>
      </p:nvGrpSpPr>
      <p:grpSpPr>
        <a:xfrm>
          <a:off x="0" y="0"/>
          <a:ext cx="0" cy="0"/>
          <a:chOff x="0" y="0"/>
          <a:chExt cx="0" cy="0"/>
        </a:xfrm>
      </p:grpSpPr>
      <p:sp>
        <p:nvSpPr>
          <p:cNvPr id="757" name="Google Shape;757;g2392ee99e12_2_815:notes">
            <a:extLst>
              <a:ext uri="{FF2B5EF4-FFF2-40B4-BE49-F238E27FC236}">
                <a16:creationId xmlns:a16="http://schemas.microsoft.com/office/drawing/2014/main" id="{C83089C6-455F-25E3-4823-D94CF76822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2392ee99e12_2_815:notes">
            <a:extLst>
              <a:ext uri="{FF2B5EF4-FFF2-40B4-BE49-F238E27FC236}">
                <a16:creationId xmlns:a16="http://schemas.microsoft.com/office/drawing/2014/main" id="{D6E6D7B3-E9F3-7896-9887-3146BA3216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1604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E1A43FC6-6AEE-FBE0-3E9E-DB9BD5921DF3}"/>
            </a:ext>
          </a:extLst>
        </p:cNvPr>
        <p:cNvGrpSpPr/>
        <p:nvPr/>
      </p:nvGrpSpPr>
      <p:grpSpPr>
        <a:xfrm>
          <a:off x="0" y="0"/>
          <a:ext cx="0" cy="0"/>
          <a:chOff x="0" y="0"/>
          <a:chExt cx="0" cy="0"/>
        </a:xfrm>
      </p:grpSpPr>
      <p:sp>
        <p:nvSpPr>
          <p:cNvPr id="427" name="Google Shape;427;g2392ee99e12_2_5:notes">
            <a:extLst>
              <a:ext uri="{FF2B5EF4-FFF2-40B4-BE49-F238E27FC236}">
                <a16:creationId xmlns:a16="http://schemas.microsoft.com/office/drawing/2014/main" id="{4914C5BB-9BC1-F13C-D615-560F48A043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2392ee99e12_2_5:notes">
            <a:extLst>
              <a:ext uri="{FF2B5EF4-FFF2-40B4-BE49-F238E27FC236}">
                <a16:creationId xmlns:a16="http://schemas.microsoft.com/office/drawing/2014/main" id="{97E8501C-C207-6D74-7A55-DC1E766C8E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0146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2392ee99e12_2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2392ee99e12_2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0D8BF370-BF16-B9D0-F987-A381E0AAC067}"/>
            </a:ext>
          </a:extLst>
        </p:cNvPr>
        <p:cNvGrpSpPr/>
        <p:nvPr/>
      </p:nvGrpSpPr>
      <p:grpSpPr>
        <a:xfrm>
          <a:off x="0" y="0"/>
          <a:ext cx="0" cy="0"/>
          <a:chOff x="0" y="0"/>
          <a:chExt cx="0" cy="0"/>
        </a:xfrm>
      </p:grpSpPr>
      <p:sp>
        <p:nvSpPr>
          <p:cNvPr id="492" name="Google Shape;492;g2392ee99e12_2_231:notes">
            <a:extLst>
              <a:ext uri="{FF2B5EF4-FFF2-40B4-BE49-F238E27FC236}">
                <a16:creationId xmlns:a16="http://schemas.microsoft.com/office/drawing/2014/main" id="{3DB7F558-56C7-36A6-D8CE-A8E470D3F4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2392ee99e12_2_231:notes">
            <a:extLst>
              <a:ext uri="{FF2B5EF4-FFF2-40B4-BE49-F238E27FC236}">
                <a16:creationId xmlns:a16="http://schemas.microsoft.com/office/drawing/2014/main" id="{E2C9AD00-A23A-7400-3154-E1BB2EF866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57081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142F0E17-42E8-82BF-3BFE-8B2A58A8C0E1}"/>
            </a:ext>
          </a:extLst>
        </p:cNvPr>
        <p:cNvGrpSpPr/>
        <p:nvPr/>
      </p:nvGrpSpPr>
      <p:grpSpPr>
        <a:xfrm>
          <a:off x="0" y="0"/>
          <a:ext cx="0" cy="0"/>
          <a:chOff x="0" y="0"/>
          <a:chExt cx="0" cy="0"/>
        </a:xfrm>
      </p:grpSpPr>
      <p:sp>
        <p:nvSpPr>
          <p:cNvPr id="427" name="Google Shape;427;g2392ee99e12_2_5:notes">
            <a:extLst>
              <a:ext uri="{FF2B5EF4-FFF2-40B4-BE49-F238E27FC236}">
                <a16:creationId xmlns:a16="http://schemas.microsoft.com/office/drawing/2014/main" id="{186927F5-FA77-D8E1-E7C3-5455F96F3E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2392ee99e12_2_5:notes">
            <a:extLst>
              <a:ext uri="{FF2B5EF4-FFF2-40B4-BE49-F238E27FC236}">
                <a16:creationId xmlns:a16="http://schemas.microsoft.com/office/drawing/2014/main" id="{DC7C2795-1BD9-98D5-7B25-54BA96F6BF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16151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B4873685-CF13-1C70-6D90-DD2438F1B37F}"/>
            </a:ext>
          </a:extLst>
        </p:cNvPr>
        <p:cNvGrpSpPr/>
        <p:nvPr/>
      </p:nvGrpSpPr>
      <p:grpSpPr>
        <a:xfrm>
          <a:off x="0" y="0"/>
          <a:ext cx="0" cy="0"/>
          <a:chOff x="0" y="0"/>
          <a:chExt cx="0" cy="0"/>
        </a:xfrm>
      </p:grpSpPr>
      <p:sp>
        <p:nvSpPr>
          <p:cNvPr id="492" name="Google Shape;492;g2392ee99e12_2_231:notes">
            <a:extLst>
              <a:ext uri="{FF2B5EF4-FFF2-40B4-BE49-F238E27FC236}">
                <a16:creationId xmlns:a16="http://schemas.microsoft.com/office/drawing/2014/main" id="{3C7B90CF-F0EE-26EF-E7BE-1F0B3C9628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2392ee99e12_2_231:notes">
            <a:extLst>
              <a:ext uri="{FF2B5EF4-FFF2-40B4-BE49-F238E27FC236}">
                <a16:creationId xmlns:a16="http://schemas.microsoft.com/office/drawing/2014/main" id="{DC0282C7-7815-B6F2-102C-34FDF2F863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0659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D9E3D169-33B9-3B1F-01DF-9D2DDBDDC696}"/>
            </a:ext>
          </a:extLst>
        </p:cNvPr>
        <p:cNvGrpSpPr/>
        <p:nvPr/>
      </p:nvGrpSpPr>
      <p:grpSpPr>
        <a:xfrm>
          <a:off x="0" y="0"/>
          <a:ext cx="0" cy="0"/>
          <a:chOff x="0" y="0"/>
          <a:chExt cx="0" cy="0"/>
        </a:xfrm>
      </p:grpSpPr>
      <p:sp>
        <p:nvSpPr>
          <p:cNvPr id="427" name="Google Shape;427;g2392ee99e12_2_5:notes">
            <a:extLst>
              <a:ext uri="{FF2B5EF4-FFF2-40B4-BE49-F238E27FC236}">
                <a16:creationId xmlns:a16="http://schemas.microsoft.com/office/drawing/2014/main" id="{20A2AB9A-1222-83F8-CAA2-680F0D110B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2392ee99e12_2_5:notes">
            <a:extLst>
              <a:ext uri="{FF2B5EF4-FFF2-40B4-BE49-F238E27FC236}">
                <a16:creationId xmlns:a16="http://schemas.microsoft.com/office/drawing/2014/main" id="{B086904B-0CEF-46BF-3E0D-1CA656BB95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15667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2392ee99e12_2_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g2392ee99e12_2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AEC44AEE-0283-54A2-6B4D-F3A2A6EE83FA}"/>
            </a:ext>
          </a:extLst>
        </p:cNvPr>
        <p:cNvGrpSpPr/>
        <p:nvPr/>
      </p:nvGrpSpPr>
      <p:grpSpPr>
        <a:xfrm>
          <a:off x="0" y="0"/>
          <a:ext cx="0" cy="0"/>
          <a:chOff x="0" y="0"/>
          <a:chExt cx="0" cy="0"/>
        </a:xfrm>
      </p:grpSpPr>
      <p:sp>
        <p:nvSpPr>
          <p:cNvPr id="427" name="Google Shape;427;g2392ee99e12_2_5:notes">
            <a:extLst>
              <a:ext uri="{FF2B5EF4-FFF2-40B4-BE49-F238E27FC236}">
                <a16:creationId xmlns:a16="http://schemas.microsoft.com/office/drawing/2014/main" id="{F995B61A-95F4-3051-0FB9-8D1A30E98D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2392ee99e12_2_5:notes">
            <a:extLst>
              <a:ext uri="{FF2B5EF4-FFF2-40B4-BE49-F238E27FC236}">
                <a16:creationId xmlns:a16="http://schemas.microsoft.com/office/drawing/2014/main" id="{4694976E-47E0-AC7F-B491-08018FDF88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75121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a:extLst>
            <a:ext uri="{FF2B5EF4-FFF2-40B4-BE49-F238E27FC236}">
              <a16:creationId xmlns:a16="http://schemas.microsoft.com/office/drawing/2014/main" id="{8E4454C6-7684-E69B-3E2B-3BF981403651}"/>
            </a:ext>
          </a:extLst>
        </p:cNvPr>
        <p:cNvGrpSpPr/>
        <p:nvPr/>
      </p:nvGrpSpPr>
      <p:grpSpPr>
        <a:xfrm>
          <a:off x="0" y="0"/>
          <a:ext cx="0" cy="0"/>
          <a:chOff x="0" y="0"/>
          <a:chExt cx="0" cy="0"/>
        </a:xfrm>
      </p:grpSpPr>
      <p:sp>
        <p:nvSpPr>
          <p:cNvPr id="728" name="Google Shape;728;g2392ee99e12_2_781:notes">
            <a:extLst>
              <a:ext uri="{FF2B5EF4-FFF2-40B4-BE49-F238E27FC236}">
                <a16:creationId xmlns:a16="http://schemas.microsoft.com/office/drawing/2014/main" id="{0AEEF988-A657-036F-7BCD-60C534BB4C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2392ee99e12_2_781:notes">
            <a:extLst>
              <a:ext uri="{FF2B5EF4-FFF2-40B4-BE49-F238E27FC236}">
                <a16:creationId xmlns:a16="http://schemas.microsoft.com/office/drawing/2014/main" id="{CE5897E9-D8D0-C590-05E7-3F421DB168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97916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2392ee99e12_2_3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2392ee99e12_2_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a:extLst>
            <a:ext uri="{FF2B5EF4-FFF2-40B4-BE49-F238E27FC236}">
              <a16:creationId xmlns:a16="http://schemas.microsoft.com/office/drawing/2014/main" id="{8CCEF665-4401-B64F-8360-7E22B9FE8336}"/>
            </a:ext>
          </a:extLst>
        </p:cNvPr>
        <p:cNvGrpSpPr/>
        <p:nvPr/>
      </p:nvGrpSpPr>
      <p:grpSpPr>
        <a:xfrm>
          <a:off x="0" y="0"/>
          <a:ext cx="0" cy="0"/>
          <a:chOff x="0" y="0"/>
          <a:chExt cx="0" cy="0"/>
        </a:xfrm>
      </p:grpSpPr>
      <p:sp>
        <p:nvSpPr>
          <p:cNvPr id="523" name="Google Shape;523;g2392ee99e12_2_341:notes">
            <a:extLst>
              <a:ext uri="{FF2B5EF4-FFF2-40B4-BE49-F238E27FC236}">
                <a16:creationId xmlns:a16="http://schemas.microsoft.com/office/drawing/2014/main" id="{04A9C06E-8A73-8B50-43DF-70136BDDC4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2392ee99e12_2_341:notes">
            <a:extLst>
              <a:ext uri="{FF2B5EF4-FFF2-40B4-BE49-F238E27FC236}">
                <a16:creationId xmlns:a16="http://schemas.microsoft.com/office/drawing/2014/main" id="{DB475AE5-2673-4DDC-F49C-BE66A880DC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0497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3D6AA5EB-D945-77A5-4134-978779D286F8}"/>
            </a:ext>
          </a:extLst>
        </p:cNvPr>
        <p:cNvGrpSpPr/>
        <p:nvPr/>
      </p:nvGrpSpPr>
      <p:grpSpPr>
        <a:xfrm>
          <a:off x="0" y="0"/>
          <a:ext cx="0" cy="0"/>
          <a:chOff x="0" y="0"/>
          <a:chExt cx="0" cy="0"/>
        </a:xfrm>
      </p:grpSpPr>
      <p:sp>
        <p:nvSpPr>
          <p:cNvPr id="427" name="Google Shape;427;g2392ee99e12_2_5:notes">
            <a:extLst>
              <a:ext uri="{FF2B5EF4-FFF2-40B4-BE49-F238E27FC236}">
                <a16:creationId xmlns:a16="http://schemas.microsoft.com/office/drawing/2014/main" id="{AF1F91B7-D03E-A2FD-1DCF-8F53274C89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2392ee99e12_2_5:notes">
            <a:extLst>
              <a:ext uri="{FF2B5EF4-FFF2-40B4-BE49-F238E27FC236}">
                <a16:creationId xmlns:a16="http://schemas.microsoft.com/office/drawing/2014/main" id="{52425C39-00EB-4652-98C3-A8F73670F1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62558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2392ee99e12_2_4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2392ee99e12_2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2392ee99e12_2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2392ee99e12_2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a:extLst>
            <a:ext uri="{FF2B5EF4-FFF2-40B4-BE49-F238E27FC236}">
              <a16:creationId xmlns:a16="http://schemas.microsoft.com/office/drawing/2014/main" id="{135A2FE4-9E3C-1DDF-8E95-23B1BD7F8E20}"/>
            </a:ext>
          </a:extLst>
        </p:cNvPr>
        <p:cNvGrpSpPr/>
        <p:nvPr/>
      </p:nvGrpSpPr>
      <p:grpSpPr>
        <a:xfrm>
          <a:off x="0" y="0"/>
          <a:ext cx="0" cy="0"/>
          <a:chOff x="0" y="0"/>
          <a:chExt cx="0" cy="0"/>
        </a:xfrm>
      </p:grpSpPr>
      <p:sp>
        <p:nvSpPr>
          <p:cNvPr id="595" name="Google Shape;595;g2392ee99e12_2_535:notes">
            <a:extLst>
              <a:ext uri="{FF2B5EF4-FFF2-40B4-BE49-F238E27FC236}">
                <a16:creationId xmlns:a16="http://schemas.microsoft.com/office/drawing/2014/main" id="{B95040B9-0FDE-78CC-F8FE-BBBFC996BC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2392ee99e12_2_535:notes">
            <a:extLst>
              <a:ext uri="{FF2B5EF4-FFF2-40B4-BE49-F238E27FC236}">
                <a16:creationId xmlns:a16="http://schemas.microsoft.com/office/drawing/2014/main" id="{953D16DB-5FFB-6A05-E1EF-1497D8A404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42227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a:extLst>
            <a:ext uri="{FF2B5EF4-FFF2-40B4-BE49-F238E27FC236}">
              <a16:creationId xmlns:a16="http://schemas.microsoft.com/office/drawing/2014/main" id="{16DF6F92-18C7-100A-A57A-2AB73826AD72}"/>
            </a:ext>
          </a:extLst>
        </p:cNvPr>
        <p:cNvGrpSpPr/>
        <p:nvPr/>
      </p:nvGrpSpPr>
      <p:grpSpPr>
        <a:xfrm>
          <a:off x="0" y="0"/>
          <a:ext cx="0" cy="0"/>
          <a:chOff x="0" y="0"/>
          <a:chExt cx="0" cy="0"/>
        </a:xfrm>
      </p:grpSpPr>
      <p:sp>
        <p:nvSpPr>
          <p:cNvPr id="595" name="Google Shape;595;g2392ee99e12_2_535:notes">
            <a:extLst>
              <a:ext uri="{FF2B5EF4-FFF2-40B4-BE49-F238E27FC236}">
                <a16:creationId xmlns:a16="http://schemas.microsoft.com/office/drawing/2014/main" id="{4A64651F-FD69-1C86-D2AD-4E1E051EBC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2392ee99e12_2_535:notes">
            <a:extLst>
              <a:ext uri="{FF2B5EF4-FFF2-40B4-BE49-F238E27FC236}">
                <a16:creationId xmlns:a16="http://schemas.microsoft.com/office/drawing/2014/main" id="{9B6EB047-E3AE-477E-0688-4E3A7F2B1C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90795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a:extLst>
            <a:ext uri="{FF2B5EF4-FFF2-40B4-BE49-F238E27FC236}">
              <a16:creationId xmlns:a16="http://schemas.microsoft.com/office/drawing/2014/main" id="{DFAFA9CC-CE82-EDAF-F426-CB48C7FE7F55}"/>
            </a:ext>
          </a:extLst>
        </p:cNvPr>
        <p:cNvGrpSpPr/>
        <p:nvPr/>
      </p:nvGrpSpPr>
      <p:grpSpPr>
        <a:xfrm>
          <a:off x="0" y="0"/>
          <a:ext cx="0" cy="0"/>
          <a:chOff x="0" y="0"/>
          <a:chExt cx="0" cy="0"/>
        </a:xfrm>
      </p:grpSpPr>
      <p:sp>
        <p:nvSpPr>
          <p:cNvPr id="595" name="Google Shape;595;g2392ee99e12_2_535:notes">
            <a:extLst>
              <a:ext uri="{FF2B5EF4-FFF2-40B4-BE49-F238E27FC236}">
                <a16:creationId xmlns:a16="http://schemas.microsoft.com/office/drawing/2014/main" id="{8C1C399B-3C7C-9ACC-DF0F-E4D349475B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2392ee99e12_2_535:notes">
            <a:extLst>
              <a:ext uri="{FF2B5EF4-FFF2-40B4-BE49-F238E27FC236}">
                <a16:creationId xmlns:a16="http://schemas.microsoft.com/office/drawing/2014/main" id="{05D977C4-0562-8C3A-E7F0-83BC88104F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74592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2392ee99e12_2_1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0" name="Google Shape;990;g2392ee99e12_2_1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2392ee99e12_2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2392ee99e12_2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2392ee99e12_2_1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9" name="Google Shape;1009;g2392ee99e12_2_1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67200" y="1399888"/>
            <a:ext cx="7009800" cy="1767300"/>
          </a:xfrm>
          <a:prstGeom prst="rect">
            <a:avLst/>
          </a:prstGeom>
          <a:noFill/>
        </p:spPr>
        <p:txBody>
          <a:bodyPr spcFirstLastPara="1" wrap="square" lIns="91425" tIns="91425" rIns="91425" bIns="91425" anchor="t" anchorCtr="0">
            <a:noAutofit/>
          </a:bodyPr>
          <a:lstStyle>
            <a:lvl1pPr lvl="0">
              <a:lnSpc>
                <a:spcPct val="90000"/>
              </a:lnSpc>
              <a:spcBef>
                <a:spcPts val="0"/>
              </a:spcBef>
              <a:spcAft>
                <a:spcPts val="0"/>
              </a:spcAft>
              <a:buSzPts val="4500"/>
              <a:buFont typeface="Loved by the King"/>
              <a:buNone/>
              <a:defRPr sz="6000"/>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a:endParaRPr/>
          </a:p>
        </p:txBody>
      </p:sp>
      <p:sp>
        <p:nvSpPr>
          <p:cNvPr id="10" name="Google Shape;10;p2"/>
          <p:cNvSpPr txBox="1">
            <a:spLocks noGrp="1"/>
          </p:cNvSpPr>
          <p:nvPr>
            <p:ph type="subTitle" idx="1"/>
          </p:nvPr>
        </p:nvSpPr>
        <p:spPr>
          <a:xfrm>
            <a:off x="2160000" y="3377913"/>
            <a:ext cx="4824000" cy="3657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sz="1800">
                <a:solidFill>
                  <a:srgbClr val="22202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1" name="Google Shape;11;p2"/>
          <p:cNvGrpSpPr/>
          <p:nvPr/>
        </p:nvGrpSpPr>
        <p:grpSpPr>
          <a:xfrm>
            <a:off x="-8650" y="50"/>
            <a:ext cx="9163850" cy="5136000"/>
            <a:chOff x="-8650" y="50"/>
            <a:chExt cx="9163850" cy="5136000"/>
          </a:xfrm>
        </p:grpSpPr>
        <p:cxnSp>
          <p:nvCxnSpPr>
            <p:cNvPr id="12" name="Google Shape;12;p2"/>
            <p:cNvCxnSpPr/>
            <p:nvPr/>
          </p:nvCxnSpPr>
          <p:spPr>
            <a:xfrm>
              <a:off x="-5900" y="5391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13" name="Google Shape;13;p2"/>
            <p:cNvCxnSpPr/>
            <p:nvPr/>
          </p:nvCxnSpPr>
          <p:spPr>
            <a:xfrm>
              <a:off x="-8650" y="45996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14" name="Google Shape;14;p2"/>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15" name="Google Shape;15;p2"/>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16" name="Google Shape;16;p2"/>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17" name="Google Shape;17;p2"/>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
        <p:nvSpPr>
          <p:cNvPr id="18" name="Google Shape;18;p2"/>
          <p:cNvSpPr/>
          <p:nvPr/>
        </p:nvSpPr>
        <p:spPr>
          <a:xfrm>
            <a:off x="205900" y="47962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05900" y="16216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753000" y="47962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753000" y="16216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1778550" y="2468535"/>
            <a:ext cx="5586900" cy="914400"/>
          </a:xfrm>
          <a:prstGeom prst="rect">
            <a:avLst/>
          </a:prstGeom>
          <a:noFill/>
        </p:spPr>
        <p:txBody>
          <a:bodyPr spcFirstLastPara="1" wrap="square" lIns="91425" tIns="91425" rIns="91425" bIns="91425" anchor="t" anchorCtr="0">
            <a:noAutofit/>
          </a:bodyPr>
          <a:lstStyle>
            <a:lvl1pPr lvl="0">
              <a:spcBef>
                <a:spcPts val="0"/>
              </a:spcBef>
              <a:spcAft>
                <a:spcPts val="0"/>
              </a:spcAft>
              <a:buSzPts val="3600"/>
              <a:buNone/>
              <a:defRPr sz="5000"/>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endParaRPr/>
          </a:p>
        </p:txBody>
      </p:sp>
      <p:sp>
        <p:nvSpPr>
          <p:cNvPr id="24" name="Google Shape;24;p3"/>
          <p:cNvSpPr txBox="1">
            <a:spLocks noGrp="1"/>
          </p:cNvSpPr>
          <p:nvPr>
            <p:ph type="title" idx="2" hasCustomPrompt="1"/>
          </p:nvPr>
        </p:nvSpPr>
        <p:spPr>
          <a:xfrm>
            <a:off x="3991350" y="1222967"/>
            <a:ext cx="1161300" cy="11613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6000"/>
              <a:buNone/>
              <a:defRPr sz="5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5" name="Google Shape;25;p3"/>
          <p:cNvSpPr txBox="1">
            <a:spLocks noGrp="1"/>
          </p:cNvSpPr>
          <p:nvPr>
            <p:ph type="subTitle" idx="1"/>
          </p:nvPr>
        </p:nvSpPr>
        <p:spPr>
          <a:xfrm>
            <a:off x="1780650" y="3554833"/>
            <a:ext cx="5582700" cy="365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6" name="Google Shape;26;p3"/>
          <p:cNvGrpSpPr/>
          <p:nvPr/>
        </p:nvGrpSpPr>
        <p:grpSpPr>
          <a:xfrm>
            <a:off x="-8650" y="50"/>
            <a:ext cx="9163850" cy="5136000"/>
            <a:chOff x="-8650" y="50"/>
            <a:chExt cx="9163850" cy="5136000"/>
          </a:xfrm>
        </p:grpSpPr>
        <p:cxnSp>
          <p:nvCxnSpPr>
            <p:cNvPr id="27" name="Google Shape;27;p3"/>
            <p:cNvCxnSpPr/>
            <p:nvPr/>
          </p:nvCxnSpPr>
          <p:spPr>
            <a:xfrm>
              <a:off x="-5900" y="5391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28" name="Google Shape;28;p3"/>
            <p:cNvCxnSpPr/>
            <p:nvPr/>
          </p:nvCxnSpPr>
          <p:spPr>
            <a:xfrm>
              <a:off x="-8650" y="45996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29" name="Google Shape;29;p3"/>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30" name="Google Shape;30;p3"/>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31" name="Google Shape;31;p3"/>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32" name="Google Shape;32;p3"/>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
        <p:nvSpPr>
          <p:cNvPr id="33" name="Google Shape;33;p3"/>
          <p:cNvSpPr/>
          <p:nvPr/>
        </p:nvSpPr>
        <p:spPr>
          <a:xfrm>
            <a:off x="8743150" y="429651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205900" y="65861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7"/>
        <p:cNvGrpSpPr/>
        <p:nvPr/>
      </p:nvGrpSpPr>
      <p:grpSpPr>
        <a:xfrm>
          <a:off x="0" y="0"/>
          <a:ext cx="0" cy="0"/>
          <a:chOff x="0" y="0"/>
          <a:chExt cx="0" cy="0"/>
        </a:xfrm>
      </p:grpSpPr>
      <p:sp>
        <p:nvSpPr>
          <p:cNvPr id="48" name="Google Shape;48;p5"/>
          <p:cNvSpPr txBox="1">
            <a:spLocks noGrp="1"/>
          </p:cNvSpPr>
          <p:nvPr>
            <p:ph type="title"/>
          </p:nvPr>
        </p:nvSpPr>
        <p:spPr>
          <a:xfrm>
            <a:off x="903488" y="1255375"/>
            <a:ext cx="3534000" cy="365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000"/>
              <a:buNone/>
              <a:defRPr sz="2000" b="0">
                <a:solidFill>
                  <a:schemeClr val="lt1"/>
                </a:solidFill>
              </a:defRPr>
            </a:lvl1pPr>
            <a:lvl2pPr lvl="1" rtl="0">
              <a:spcBef>
                <a:spcPts val="0"/>
              </a:spcBef>
              <a:spcAft>
                <a:spcPts val="0"/>
              </a:spcAft>
              <a:buClr>
                <a:schemeClr val="lt1"/>
              </a:buClr>
              <a:buSzPts val="3500"/>
              <a:buNone/>
              <a:defRPr>
                <a:solidFill>
                  <a:schemeClr val="lt1"/>
                </a:solidFill>
              </a:defRPr>
            </a:lvl2pPr>
            <a:lvl3pPr lvl="2" rtl="0">
              <a:spcBef>
                <a:spcPts val="0"/>
              </a:spcBef>
              <a:spcAft>
                <a:spcPts val="0"/>
              </a:spcAft>
              <a:buClr>
                <a:schemeClr val="lt1"/>
              </a:buClr>
              <a:buSzPts val="3500"/>
              <a:buNone/>
              <a:defRPr>
                <a:solidFill>
                  <a:schemeClr val="lt1"/>
                </a:solidFill>
              </a:defRPr>
            </a:lvl3pPr>
            <a:lvl4pPr lvl="3" rtl="0">
              <a:spcBef>
                <a:spcPts val="0"/>
              </a:spcBef>
              <a:spcAft>
                <a:spcPts val="0"/>
              </a:spcAft>
              <a:buClr>
                <a:schemeClr val="lt1"/>
              </a:buClr>
              <a:buSzPts val="3500"/>
              <a:buNone/>
              <a:defRPr>
                <a:solidFill>
                  <a:schemeClr val="lt1"/>
                </a:solidFill>
              </a:defRPr>
            </a:lvl4pPr>
            <a:lvl5pPr lvl="4" rtl="0">
              <a:spcBef>
                <a:spcPts val="0"/>
              </a:spcBef>
              <a:spcAft>
                <a:spcPts val="0"/>
              </a:spcAft>
              <a:buClr>
                <a:schemeClr val="lt1"/>
              </a:buClr>
              <a:buSzPts val="3500"/>
              <a:buNone/>
              <a:defRPr>
                <a:solidFill>
                  <a:schemeClr val="lt1"/>
                </a:solidFill>
              </a:defRPr>
            </a:lvl5pPr>
            <a:lvl6pPr lvl="5" rtl="0">
              <a:spcBef>
                <a:spcPts val="0"/>
              </a:spcBef>
              <a:spcAft>
                <a:spcPts val="0"/>
              </a:spcAft>
              <a:buClr>
                <a:schemeClr val="lt1"/>
              </a:buClr>
              <a:buSzPts val="3500"/>
              <a:buNone/>
              <a:defRPr>
                <a:solidFill>
                  <a:schemeClr val="lt1"/>
                </a:solidFill>
              </a:defRPr>
            </a:lvl6pPr>
            <a:lvl7pPr lvl="6" rtl="0">
              <a:spcBef>
                <a:spcPts val="0"/>
              </a:spcBef>
              <a:spcAft>
                <a:spcPts val="0"/>
              </a:spcAft>
              <a:buClr>
                <a:schemeClr val="lt1"/>
              </a:buClr>
              <a:buSzPts val="3500"/>
              <a:buNone/>
              <a:defRPr>
                <a:solidFill>
                  <a:schemeClr val="lt1"/>
                </a:solidFill>
              </a:defRPr>
            </a:lvl7pPr>
            <a:lvl8pPr lvl="7" rtl="0">
              <a:spcBef>
                <a:spcPts val="0"/>
              </a:spcBef>
              <a:spcAft>
                <a:spcPts val="0"/>
              </a:spcAft>
              <a:buClr>
                <a:schemeClr val="lt1"/>
              </a:buClr>
              <a:buSzPts val="3500"/>
              <a:buNone/>
              <a:defRPr>
                <a:solidFill>
                  <a:schemeClr val="lt1"/>
                </a:solidFill>
              </a:defRPr>
            </a:lvl8pPr>
            <a:lvl9pPr lvl="8" rtl="0">
              <a:spcBef>
                <a:spcPts val="0"/>
              </a:spcBef>
              <a:spcAft>
                <a:spcPts val="0"/>
              </a:spcAft>
              <a:buClr>
                <a:schemeClr val="lt1"/>
              </a:buClr>
              <a:buSzPts val="3500"/>
              <a:buNone/>
              <a:defRPr>
                <a:solidFill>
                  <a:schemeClr val="lt1"/>
                </a:solidFill>
              </a:defRPr>
            </a:lvl9pPr>
          </a:lstStyle>
          <a:p>
            <a:endParaRPr/>
          </a:p>
        </p:txBody>
      </p:sp>
      <p:sp>
        <p:nvSpPr>
          <p:cNvPr id="49" name="Google Shape;49;p5"/>
          <p:cNvSpPr txBox="1">
            <a:spLocks noGrp="1"/>
          </p:cNvSpPr>
          <p:nvPr>
            <p:ph type="title" idx="2"/>
          </p:nvPr>
        </p:nvSpPr>
        <p:spPr>
          <a:xfrm>
            <a:off x="4706867" y="1255375"/>
            <a:ext cx="3534000" cy="365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000"/>
              <a:buNone/>
              <a:defRPr sz="2000" b="0">
                <a:solidFill>
                  <a:schemeClr val="lt1"/>
                </a:solidFill>
              </a:defRPr>
            </a:lvl1pPr>
            <a:lvl2pPr lvl="1" rtl="0">
              <a:spcBef>
                <a:spcPts val="0"/>
              </a:spcBef>
              <a:spcAft>
                <a:spcPts val="0"/>
              </a:spcAft>
              <a:buClr>
                <a:schemeClr val="lt1"/>
              </a:buClr>
              <a:buSzPts val="3500"/>
              <a:buNone/>
              <a:defRPr>
                <a:solidFill>
                  <a:schemeClr val="lt1"/>
                </a:solidFill>
              </a:defRPr>
            </a:lvl2pPr>
            <a:lvl3pPr lvl="2" rtl="0">
              <a:spcBef>
                <a:spcPts val="0"/>
              </a:spcBef>
              <a:spcAft>
                <a:spcPts val="0"/>
              </a:spcAft>
              <a:buClr>
                <a:schemeClr val="lt1"/>
              </a:buClr>
              <a:buSzPts val="3500"/>
              <a:buNone/>
              <a:defRPr>
                <a:solidFill>
                  <a:schemeClr val="lt1"/>
                </a:solidFill>
              </a:defRPr>
            </a:lvl3pPr>
            <a:lvl4pPr lvl="3" rtl="0">
              <a:spcBef>
                <a:spcPts val="0"/>
              </a:spcBef>
              <a:spcAft>
                <a:spcPts val="0"/>
              </a:spcAft>
              <a:buClr>
                <a:schemeClr val="lt1"/>
              </a:buClr>
              <a:buSzPts val="3500"/>
              <a:buNone/>
              <a:defRPr>
                <a:solidFill>
                  <a:schemeClr val="lt1"/>
                </a:solidFill>
              </a:defRPr>
            </a:lvl4pPr>
            <a:lvl5pPr lvl="4" rtl="0">
              <a:spcBef>
                <a:spcPts val="0"/>
              </a:spcBef>
              <a:spcAft>
                <a:spcPts val="0"/>
              </a:spcAft>
              <a:buClr>
                <a:schemeClr val="lt1"/>
              </a:buClr>
              <a:buSzPts val="3500"/>
              <a:buNone/>
              <a:defRPr>
                <a:solidFill>
                  <a:schemeClr val="lt1"/>
                </a:solidFill>
              </a:defRPr>
            </a:lvl5pPr>
            <a:lvl6pPr lvl="5" rtl="0">
              <a:spcBef>
                <a:spcPts val="0"/>
              </a:spcBef>
              <a:spcAft>
                <a:spcPts val="0"/>
              </a:spcAft>
              <a:buClr>
                <a:schemeClr val="lt1"/>
              </a:buClr>
              <a:buSzPts val="3500"/>
              <a:buNone/>
              <a:defRPr>
                <a:solidFill>
                  <a:schemeClr val="lt1"/>
                </a:solidFill>
              </a:defRPr>
            </a:lvl6pPr>
            <a:lvl7pPr lvl="6" rtl="0">
              <a:spcBef>
                <a:spcPts val="0"/>
              </a:spcBef>
              <a:spcAft>
                <a:spcPts val="0"/>
              </a:spcAft>
              <a:buClr>
                <a:schemeClr val="lt1"/>
              </a:buClr>
              <a:buSzPts val="3500"/>
              <a:buNone/>
              <a:defRPr>
                <a:solidFill>
                  <a:schemeClr val="lt1"/>
                </a:solidFill>
              </a:defRPr>
            </a:lvl7pPr>
            <a:lvl8pPr lvl="7" rtl="0">
              <a:spcBef>
                <a:spcPts val="0"/>
              </a:spcBef>
              <a:spcAft>
                <a:spcPts val="0"/>
              </a:spcAft>
              <a:buClr>
                <a:schemeClr val="lt1"/>
              </a:buClr>
              <a:buSzPts val="3500"/>
              <a:buNone/>
              <a:defRPr>
                <a:solidFill>
                  <a:schemeClr val="lt1"/>
                </a:solidFill>
              </a:defRPr>
            </a:lvl8pPr>
            <a:lvl9pPr lvl="8" rtl="0">
              <a:spcBef>
                <a:spcPts val="0"/>
              </a:spcBef>
              <a:spcAft>
                <a:spcPts val="0"/>
              </a:spcAft>
              <a:buClr>
                <a:schemeClr val="lt1"/>
              </a:buClr>
              <a:buSzPts val="3500"/>
              <a:buNone/>
              <a:defRPr>
                <a:solidFill>
                  <a:schemeClr val="lt1"/>
                </a:solidFill>
              </a:defRPr>
            </a:lvl9pPr>
          </a:lstStyle>
          <a:p>
            <a:endParaRPr/>
          </a:p>
        </p:txBody>
      </p:sp>
      <p:sp>
        <p:nvSpPr>
          <p:cNvPr id="50" name="Google Shape;50;p5"/>
          <p:cNvSpPr txBox="1">
            <a:spLocks noGrp="1"/>
          </p:cNvSpPr>
          <p:nvPr>
            <p:ph type="subTitle" idx="1"/>
          </p:nvPr>
        </p:nvSpPr>
        <p:spPr>
          <a:xfrm>
            <a:off x="4706861" y="1523149"/>
            <a:ext cx="3534000" cy="2585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Lato"/>
              <a:buChar char="●"/>
              <a:defRPr b="0"/>
            </a:lvl1pPr>
            <a:lvl2pPr lvl="1" algn="ctr" rtl="0">
              <a:lnSpc>
                <a:spcPct val="100000"/>
              </a:lnSpc>
              <a:spcBef>
                <a:spcPts val="0"/>
              </a:spcBef>
              <a:spcAft>
                <a:spcPts val="0"/>
              </a:spcAft>
              <a:buSzPts val="1400"/>
              <a:buFont typeface="Lato"/>
              <a:buChar char="○"/>
              <a:defRPr/>
            </a:lvl2pPr>
            <a:lvl3pPr lvl="2" algn="ctr" rtl="0">
              <a:lnSpc>
                <a:spcPct val="100000"/>
              </a:lnSpc>
              <a:spcBef>
                <a:spcPts val="0"/>
              </a:spcBef>
              <a:spcAft>
                <a:spcPts val="0"/>
              </a:spcAft>
              <a:buSzPts val="1400"/>
              <a:buFont typeface="Lato"/>
              <a:buChar char="■"/>
              <a:defRPr/>
            </a:lvl3pPr>
            <a:lvl4pPr lvl="3" algn="ctr" rtl="0">
              <a:lnSpc>
                <a:spcPct val="100000"/>
              </a:lnSpc>
              <a:spcBef>
                <a:spcPts val="0"/>
              </a:spcBef>
              <a:spcAft>
                <a:spcPts val="0"/>
              </a:spcAft>
              <a:buSzPts val="1400"/>
              <a:buFont typeface="Lato"/>
              <a:buChar char="●"/>
              <a:defRPr/>
            </a:lvl4pPr>
            <a:lvl5pPr lvl="4" algn="ctr" rtl="0">
              <a:lnSpc>
                <a:spcPct val="100000"/>
              </a:lnSpc>
              <a:spcBef>
                <a:spcPts val="0"/>
              </a:spcBef>
              <a:spcAft>
                <a:spcPts val="0"/>
              </a:spcAft>
              <a:buSzPts val="1400"/>
              <a:buFont typeface="Lato"/>
              <a:buChar char="○"/>
              <a:defRPr/>
            </a:lvl5pPr>
            <a:lvl6pPr lvl="5" algn="ctr" rtl="0">
              <a:lnSpc>
                <a:spcPct val="100000"/>
              </a:lnSpc>
              <a:spcBef>
                <a:spcPts val="0"/>
              </a:spcBef>
              <a:spcAft>
                <a:spcPts val="0"/>
              </a:spcAft>
              <a:buSzPts val="1400"/>
              <a:buFont typeface="Lato"/>
              <a:buChar char="■"/>
              <a:defRPr/>
            </a:lvl6pPr>
            <a:lvl7pPr lvl="6" algn="ctr" rtl="0">
              <a:lnSpc>
                <a:spcPct val="100000"/>
              </a:lnSpc>
              <a:spcBef>
                <a:spcPts val="0"/>
              </a:spcBef>
              <a:spcAft>
                <a:spcPts val="0"/>
              </a:spcAft>
              <a:buSzPts val="1400"/>
              <a:buFont typeface="Lato"/>
              <a:buChar char="●"/>
              <a:defRPr/>
            </a:lvl7pPr>
            <a:lvl8pPr lvl="7" algn="ctr" rtl="0">
              <a:lnSpc>
                <a:spcPct val="100000"/>
              </a:lnSpc>
              <a:spcBef>
                <a:spcPts val="0"/>
              </a:spcBef>
              <a:spcAft>
                <a:spcPts val="0"/>
              </a:spcAft>
              <a:buSzPts val="1400"/>
              <a:buFont typeface="Lato"/>
              <a:buChar char="○"/>
              <a:defRPr/>
            </a:lvl8pPr>
            <a:lvl9pPr lvl="8" algn="ctr" rtl="0">
              <a:lnSpc>
                <a:spcPct val="100000"/>
              </a:lnSpc>
              <a:spcBef>
                <a:spcPts val="0"/>
              </a:spcBef>
              <a:spcAft>
                <a:spcPts val="0"/>
              </a:spcAft>
              <a:buSzPts val="1400"/>
              <a:buFont typeface="Lato"/>
              <a:buChar char="■"/>
              <a:defRPr/>
            </a:lvl9pPr>
          </a:lstStyle>
          <a:p>
            <a:endParaRPr/>
          </a:p>
        </p:txBody>
      </p:sp>
      <p:sp>
        <p:nvSpPr>
          <p:cNvPr id="51" name="Google Shape;51;p5"/>
          <p:cNvSpPr txBox="1">
            <a:spLocks noGrp="1"/>
          </p:cNvSpPr>
          <p:nvPr>
            <p:ph type="subTitle" idx="3"/>
          </p:nvPr>
        </p:nvSpPr>
        <p:spPr>
          <a:xfrm>
            <a:off x="903133" y="1523149"/>
            <a:ext cx="3534600" cy="2585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b="0"/>
            </a:lvl1pPr>
            <a:lvl2pPr lvl="1" algn="ctr" rtl="0">
              <a:lnSpc>
                <a:spcPct val="100000"/>
              </a:lnSpc>
              <a:spcBef>
                <a:spcPts val="0"/>
              </a:spcBef>
              <a:spcAft>
                <a:spcPts val="0"/>
              </a:spcAft>
              <a:buSzPts val="2800"/>
              <a:buChar char="○"/>
              <a:defRPr sz="2800"/>
            </a:lvl2pPr>
            <a:lvl3pPr lvl="2" algn="ctr" rtl="0">
              <a:lnSpc>
                <a:spcPct val="100000"/>
              </a:lnSpc>
              <a:spcBef>
                <a:spcPts val="0"/>
              </a:spcBef>
              <a:spcAft>
                <a:spcPts val="0"/>
              </a:spcAft>
              <a:buSzPts val="2800"/>
              <a:buChar char="■"/>
              <a:defRPr sz="2800"/>
            </a:lvl3pPr>
            <a:lvl4pPr lvl="3" algn="ctr" rtl="0">
              <a:lnSpc>
                <a:spcPct val="100000"/>
              </a:lnSpc>
              <a:spcBef>
                <a:spcPts val="0"/>
              </a:spcBef>
              <a:spcAft>
                <a:spcPts val="0"/>
              </a:spcAft>
              <a:buSzPts val="2800"/>
              <a:buChar char="●"/>
              <a:defRPr sz="2800"/>
            </a:lvl4pPr>
            <a:lvl5pPr lvl="4" algn="ctr" rtl="0">
              <a:lnSpc>
                <a:spcPct val="100000"/>
              </a:lnSpc>
              <a:spcBef>
                <a:spcPts val="0"/>
              </a:spcBef>
              <a:spcAft>
                <a:spcPts val="0"/>
              </a:spcAft>
              <a:buSzPts val="2800"/>
              <a:buChar char="○"/>
              <a:defRPr sz="2800"/>
            </a:lvl5pPr>
            <a:lvl6pPr lvl="5" algn="ctr" rtl="0">
              <a:lnSpc>
                <a:spcPct val="100000"/>
              </a:lnSpc>
              <a:spcBef>
                <a:spcPts val="0"/>
              </a:spcBef>
              <a:spcAft>
                <a:spcPts val="0"/>
              </a:spcAft>
              <a:buSzPts val="2800"/>
              <a:buChar char="■"/>
              <a:defRPr sz="2800"/>
            </a:lvl6pPr>
            <a:lvl7pPr lvl="6" algn="ctr" rtl="0">
              <a:lnSpc>
                <a:spcPct val="100000"/>
              </a:lnSpc>
              <a:spcBef>
                <a:spcPts val="0"/>
              </a:spcBef>
              <a:spcAft>
                <a:spcPts val="0"/>
              </a:spcAft>
              <a:buSzPts val="2800"/>
              <a:buChar char="●"/>
              <a:defRPr sz="2800"/>
            </a:lvl7pPr>
            <a:lvl8pPr lvl="7" algn="ctr" rtl="0">
              <a:lnSpc>
                <a:spcPct val="100000"/>
              </a:lnSpc>
              <a:spcBef>
                <a:spcPts val="0"/>
              </a:spcBef>
              <a:spcAft>
                <a:spcPts val="0"/>
              </a:spcAft>
              <a:buSzPts val="2800"/>
              <a:buChar char="○"/>
              <a:defRPr sz="2800"/>
            </a:lvl8pPr>
            <a:lvl9pPr lvl="8" algn="ctr" rtl="0">
              <a:lnSpc>
                <a:spcPct val="100000"/>
              </a:lnSpc>
              <a:spcBef>
                <a:spcPts val="0"/>
              </a:spcBef>
              <a:spcAft>
                <a:spcPts val="0"/>
              </a:spcAft>
              <a:buSzPts val="2800"/>
              <a:buChar char="■"/>
              <a:defRPr sz="2800"/>
            </a:lvl9pPr>
          </a:lstStyle>
          <a:p>
            <a:endParaRPr/>
          </a:p>
        </p:txBody>
      </p:sp>
      <p:sp>
        <p:nvSpPr>
          <p:cNvPr id="52" name="Google Shape;52;p5"/>
          <p:cNvSpPr txBox="1">
            <a:spLocks noGrp="1"/>
          </p:cNvSpPr>
          <p:nvPr>
            <p:ph type="title" idx="4"/>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Clr>
                <a:schemeClr val="lt1"/>
              </a:buClr>
              <a:buSzPts val="3500"/>
              <a:buNone/>
              <a:defRPr>
                <a:solidFill>
                  <a:schemeClr val="lt1"/>
                </a:solidFill>
              </a:defRPr>
            </a:lvl2pPr>
            <a:lvl3pPr lvl="2" algn="ctr" rtl="0">
              <a:spcBef>
                <a:spcPts val="0"/>
              </a:spcBef>
              <a:spcAft>
                <a:spcPts val="0"/>
              </a:spcAft>
              <a:buClr>
                <a:schemeClr val="lt1"/>
              </a:buClr>
              <a:buSzPts val="3500"/>
              <a:buNone/>
              <a:defRPr>
                <a:solidFill>
                  <a:schemeClr val="lt1"/>
                </a:solidFill>
              </a:defRPr>
            </a:lvl3pPr>
            <a:lvl4pPr lvl="3" algn="ctr" rtl="0">
              <a:spcBef>
                <a:spcPts val="0"/>
              </a:spcBef>
              <a:spcAft>
                <a:spcPts val="0"/>
              </a:spcAft>
              <a:buClr>
                <a:schemeClr val="lt1"/>
              </a:buClr>
              <a:buSzPts val="3500"/>
              <a:buNone/>
              <a:defRPr>
                <a:solidFill>
                  <a:schemeClr val="lt1"/>
                </a:solidFill>
              </a:defRPr>
            </a:lvl4pPr>
            <a:lvl5pPr lvl="4" algn="ctr" rtl="0">
              <a:spcBef>
                <a:spcPts val="0"/>
              </a:spcBef>
              <a:spcAft>
                <a:spcPts val="0"/>
              </a:spcAft>
              <a:buClr>
                <a:schemeClr val="lt1"/>
              </a:buClr>
              <a:buSzPts val="3500"/>
              <a:buNone/>
              <a:defRPr>
                <a:solidFill>
                  <a:schemeClr val="lt1"/>
                </a:solidFill>
              </a:defRPr>
            </a:lvl5pPr>
            <a:lvl6pPr lvl="5" algn="ctr" rtl="0">
              <a:spcBef>
                <a:spcPts val="0"/>
              </a:spcBef>
              <a:spcAft>
                <a:spcPts val="0"/>
              </a:spcAft>
              <a:buClr>
                <a:schemeClr val="lt1"/>
              </a:buClr>
              <a:buSzPts val="3500"/>
              <a:buNone/>
              <a:defRPr>
                <a:solidFill>
                  <a:schemeClr val="lt1"/>
                </a:solidFill>
              </a:defRPr>
            </a:lvl6pPr>
            <a:lvl7pPr lvl="6" algn="ctr" rtl="0">
              <a:spcBef>
                <a:spcPts val="0"/>
              </a:spcBef>
              <a:spcAft>
                <a:spcPts val="0"/>
              </a:spcAft>
              <a:buClr>
                <a:schemeClr val="lt1"/>
              </a:buClr>
              <a:buSzPts val="3500"/>
              <a:buNone/>
              <a:defRPr>
                <a:solidFill>
                  <a:schemeClr val="lt1"/>
                </a:solidFill>
              </a:defRPr>
            </a:lvl7pPr>
            <a:lvl8pPr lvl="7" algn="ctr" rtl="0">
              <a:spcBef>
                <a:spcPts val="0"/>
              </a:spcBef>
              <a:spcAft>
                <a:spcPts val="0"/>
              </a:spcAft>
              <a:buClr>
                <a:schemeClr val="lt1"/>
              </a:buClr>
              <a:buSzPts val="3500"/>
              <a:buNone/>
              <a:defRPr>
                <a:solidFill>
                  <a:schemeClr val="lt1"/>
                </a:solidFill>
              </a:defRPr>
            </a:lvl8pPr>
            <a:lvl9pPr lvl="8" algn="ctr" rtl="0">
              <a:spcBef>
                <a:spcPts val="0"/>
              </a:spcBef>
              <a:spcAft>
                <a:spcPts val="0"/>
              </a:spcAft>
              <a:buClr>
                <a:schemeClr val="lt1"/>
              </a:buClr>
              <a:buSzPts val="3500"/>
              <a:buNone/>
              <a:defRPr>
                <a:solidFill>
                  <a:schemeClr val="lt1"/>
                </a:solidFill>
              </a:defRPr>
            </a:lvl9pPr>
          </a:lstStyle>
          <a:p>
            <a:endParaRPr/>
          </a:p>
        </p:txBody>
      </p:sp>
      <p:grpSp>
        <p:nvGrpSpPr>
          <p:cNvPr id="53" name="Google Shape;53;p5"/>
          <p:cNvGrpSpPr/>
          <p:nvPr/>
        </p:nvGrpSpPr>
        <p:grpSpPr>
          <a:xfrm flipH="1">
            <a:off x="-8650" y="50"/>
            <a:ext cx="9163850" cy="5136000"/>
            <a:chOff x="-8650" y="50"/>
            <a:chExt cx="9163850" cy="5136000"/>
          </a:xfrm>
        </p:grpSpPr>
        <p:cxnSp>
          <p:nvCxnSpPr>
            <p:cNvPr id="54" name="Google Shape;54;p5"/>
            <p:cNvCxnSpPr/>
            <p:nvPr/>
          </p:nvCxnSpPr>
          <p:spPr>
            <a:xfrm>
              <a:off x="-5900" y="3105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55" name="Google Shape;55;p5"/>
            <p:cNvCxnSpPr/>
            <p:nvPr/>
          </p:nvCxnSpPr>
          <p:spPr>
            <a:xfrm>
              <a:off x="-8650" y="48282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56" name="Google Shape;56;p5"/>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57" name="Google Shape;57;p5"/>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58" name="Google Shape;58;p5"/>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59" name="Google Shape;59;p5"/>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
        <p:nvSpPr>
          <p:cNvPr id="60" name="Google Shape;60;p5"/>
          <p:cNvSpPr/>
          <p:nvPr/>
        </p:nvSpPr>
        <p:spPr>
          <a:xfrm>
            <a:off x="8744000" y="5475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1"/>
        <p:cNvGrpSpPr/>
        <p:nvPr/>
      </p:nvGrpSpPr>
      <p:grpSpPr>
        <a:xfrm>
          <a:off x="0" y="0"/>
          <a:ext cx="0" cy="0"/>
          <a:chOff x="0" y="0"/>
          <a:chExt cx="0" cy="0"/>
        </a:xfrm>
      </p:grpSpPr>
      <p:sp>
        <p:nvSpPr>
          <p:cNvPr id="62" name="Google Shape;62;p6"/>
          <p:cNvSpPr txBox="1">
            <a:spLocks noGrp="1"/>
          </p:cNvSpPr>
          <p:nvPr>
            <p:ph type="title"/>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Clr>
                <a:schemeClr val="lt1"/>
              </a:buClr>
              <a:buSzPts val="3500"/>
              <a:buNone/>
              <a:defRPr>
                <a:solidFill>
                  <a:schemeClr val="lt1"/>
                </a:solidFill>
              </a:defRPr>
            </a:lvl2pPr>
            <a:lvl3pPr lvl="2" algn="ctr" rtl="0">
              <a:spcBef>
                <a:spcPts val="0"/>
              </a:spcBef>
              <a:spcAft>
                <a:spcPts val="0"/>
              </a:spcAft>
              <a:buClr>
                <a:schemeClr val="lt1"/>
              </a:buClr>
              <a:buSzPts val="3500"/>
              <a:buNone/>
              <a:defRPr>
                <a:solidFill>
                  <a:schemeClr val="lt1"/>
                </a:solidFill>
              </a:defRPr>
            </a:lvl3pPr>
            <a:lvl4pPr lvl="3" algn="ctr" rtl="0">
              <a:spcBef>
                <a:spcPts val="0"/>
              </a:spcBef>
              <a:spcAft>
                <a:spcPts val="0"/>
              </a:spcAft>
              <a:buClr>
                <a:schemeClr val="lt1"/>
              </a:buClr>
              <a:buSzPts val="3500"/>
              <a:buNone/>
              <a:defRPr>
                <a:solidFill>
                  <a:schemeClr val="lt1"/>
                </a:solidFill>
              </a:defRPr>
            </a:lvl4pPr>
            <a:lvl5pPr lvl="4" algn="ctr" rtl="0">
              <a:spcBef>
                <a:spcPts val="0"/>
              </a:spcBef>
              <a:spcAft>
                <a:spcPts val="0"/>
              </a:spcAft>
              <a:buClr>
                <a:schemeClr val="lt1"/>
              </a:buClr>
              <a:buSzPts val="3500"/>
              <a:buNone/>
              <a:defRPr>
                <a:solidFill>
                  <a:schemeClr val="lt1"/>
                </a:solidFill>
              </a:defRPr>
            </a:lvl5pPr>
            <a:lvl6pPr lvl="5" algn="ctr" rtl="0">
              <a:spcBef>
                <a:spcPts val="0"/>
              </a:spcBef>
              <a:spcAft>
                <a:spcPts val="0"/>
              </a:spcAft>
              <a:buClr>
                <a:schemeClr val="lt1"/>
              </a:buClr>
              <a:buSzPts val="3500"/>
              <a:buNone/>
              <a:defRPr>
                <a:solidFill>
                  <a:schemeClr val="lt1"/>
                </a:solidFill>
              </a:defRPr>
            </a:lvl6pPr>
            <a:lvl7pPr lvl="6" algn="ctr" rtl="0">
              <a:spcBef>
                <a:spcPts val="0"/>
              </a:spcBef>
              <a:spcAft>
                <a:spcPts val="0"/>
              </a:spcAft>
              <a:buClr>
                <a:schemeClr val="lt1"/>
              </a:buClr>
              <a:buSzPts val="3500"/>
              <a:buNone/>
              <a:defRPr>
                <a:solidFill>
                  <a:schemeClr val="lt1"/>
                </a:solidFill>
              </a:defRPr>
            </a:lvl7pPr>
            <a:lvl8pPr lvl="7" algn="ctr" rtl="0">
              <a:spcBef>
                <a:spcPts val="0"/>
              </a:spcBef>
              <a:spcAft>
                <a:spcPts val="0"/>
              </a:spcAft>
              <a:buClr>
                <a:schemeClr val="lt1"/>
              </a:buClr>
              <a:buSzPts val="3500"/>
              <a:buNone/>
              <a:defRPr>
                <a:solidFill>
                  <a:schemeClr val="lt1"/>
                </a:solidFill>
              </a:defRPr>
            </a:lvl8pPr>
            <a:lvl9pPr lvl="8" algn="ctr" rtl="0">
              <a:spcBef>
                <a:spcPts val="0"/>
              </a:spcBef>
              <a:spcAft>
                <a:spcPts val="0"/>
              </a:spcAft>
              <a:buClr>
                <a:schemeClr val="lt1"/>
              </a:buClr>
              <a:buSzPts val="3500"/>
              <a:buNone/>
              <a:defRPr>
                <a:solidFill>
                  <a:schemeClr val="lt1"/>
                </a:solidFill>
              </a:defRPr>
            </a:lvl9pPr>
          </a:lstStyle>
          <a:p>
            <a:endParaRPr/>
          </a:p>
        </p:txBody>
      </p:sp>
      <p:grpSp>
        <p:nvGrpSpPr>
          <p:cNvPr id="63" name="Google Shape;63;p6"/>
          <p:cNvGrpSpPr/>
          <p:nvPr/>
        </p:nvGrpSpPr>
        <p:grpSpPr>
          <a:xfrm flipH="1">
            <a:off x="-8650" y="50"/>
            <a:ext cx="9163850" cy="5136000"/>
            <a:chOff x="-8650" y="50"/>
            <a:chExt cx="9163850" cy="5136000"/>
          </a:xfrm>
        </p:grpSpPr>
        <p:cxnSp>
          <p:nvCxnSpPr>
            <p:cNvPr id="64" name="Google Shape;64;p6"/>
            <p:cNvCxnSpPr/>
            <p:nvPr/>
          </p:nvCxnSpPr>
          <p:spPr>
            <a:xfrm>
              <a:off x="-5900" y="3105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65" name="Google Shape;65;p6"/>
            <p:cNvCxnSpPr/>
            <p:nvPr/>
          </p:nvCxnSpPr>
          <p:spPr>
            <a:xfrm>
              <a:off x="-8650" y="48282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66" name="Google Shape;66;p6"/>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67" name="Google Shape;67;p6"/>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68" name="Google Shape;68;p6"/>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69" name="Google Shape;69;p6"/>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
        <p:nvSpPr>
          <p:cNvPr id="70" name="Google Shape;70;p6"/>
          <p:cNvSpPr/>
          <p:nvPr/>
        </p:nvSpPr>
        <p:spPr>
          <a:xfrm>
            <a:off x="214900" y="441431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6"/>
          <p:cNvSpPr/>
          <p:nvPr/>
        </p:nvSpPr>
        <p:spPr>
          <a:xfrm>
            <a:off x="8744000" y="5475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5"/>
        <p:cNvGrpSpPr/>
        <p:nvPr/>
      </p:nvGrpSpPr>
      <p:grpSpPr>
        <a:xfrm>
          <a:off x="0" y="0"/>
          <a:ext cx="0" cy="0"/>
          <a:chOff x="0" y="0"/>
          <a:chExt cx="0" cy="0"/>
        </a:xfrm>
      </p:grpSpPr>
      <p:grpSp>
        <p:nvGrpSpPr>
          <p:cNvPr id="96" name="Google Shape;96;p9"/>
          <p:cNvGrpSpPr/>
          <p:nvPr/>
        </p:nvGrpSpPr>
        <p:grpSpPr>
          <a:xfrm>
            <a:off x="-8650" y="50"/>
            <a:ext cx="9163850" cy="5136000"/>
            <a:chOff x="-8650" y="50"/>
            <a:chExt cx="9163850" cy="5136000"/>
          </a:xfrm>
        </p:grpSpPr>
        <p:cxnSp>
          <p:nvCxnSpPr>
            <p:cNvPr id="97" name="Google Shape;97;p9"/>
            <p:cNvCxnSpPr/>
            <p:nvPr/>
          </p:nvCxnSpPr>
          <p:spPr>
            <a:xfrm>
              <a:off x="-5900" y="5391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98" name="Google Shape;98;p9"/>
            <p:cNvCxnSpPr/>
            <p:nvPr/>
          </p:nvCxnSpPr>
          <p:spPr>
            <a:xfrm>
              <a:off x="-8650" y="45996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99" name="Google Shape;99;p9"/>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100" name="Google Shape;100;p9"/>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101" name="Google Shape;101;p9"/>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102" name="Google Shape;102;p9"/>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
        <p:nvSpPr>
          <p:cNvPr id="103" name="Google Shape;103;p9"/>
          <p:cNvSpPr txBox="1">
            <a:spLocks noGrp="1"/>
          </p:cNvSpPr>
          <p:nvPr>
            <p:ph type="title"/>
          </p:nvPr>
        </p:nvSpPr>
        <p:spPr>
          <a:xfrm>
            <a:off x="1119450" y="1490388"/>
            <a:ext cx="6905100" cy="1035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6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4" name="Google Shape;104;p9"/>
          <p:cNvSpPr txBox="1">
            <a:spLocks noGrp="1"/>
          </p:cNvSpPr>
          <p:nvPr>
            <p:ph type="subTitle" idx="1"/>
          </p:nvPr>
        </p:nvSpPr>
        <p:spPr>
          <a:xfrm>
            <a:off x="1119450" y="2560623"/>
            <a:ext cx="6905100" cy="914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 name="Google Shape;105;p9"/>
          <p:cNvSpPr/>
          <p:nvPr/>
        </p:nvSpPr>
        <p:spPr>
          <a:xfrm>
            <a:off x="205900" y="47962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9"/>
          <p:cNvSpPr/>
          <p:nvPr/>
        </p:nvSpPr>
        <p:spPr>
          <a:xfrm>
            <a:off x="205900" y="16216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9"/>
          <p:cNvSpPr/>
          <p:nvPr/>
        </p:nvSpPr>
        <p:spPr>
          <a:xfrm>
            <a:off x="8753000" y="47962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9"/>
          <p:cNvSpPr/>
          <p:nvPr/>
        </p:nvSpPr>
        <p:spPr>
          <a:xfrm>
            <a:off x="8753000" y="16216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2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25"/>
        <p:cNvGrpSpPr/>
        <p:nvPr/>
      </p:nvGrpSpPr>
      <p:grpSpPr>
        <a:xfrm>
          <a:off x="0" y="0"/>
          <a:ext cx="0" cy="0"/>
          <a:chOff x="0" y="0"/>
          <a:chExt cx="0" cy="0"/>
        </a:xfrm>
      </p:grpSpPr>
      <p:sp>
        <p:nvSpPr>
          <p:cNvPr id="126" name="Google Shape;126;p13"/>
          <p:cNvSpPr txBox="1">
            <a:spLocks noGrp="1"/>
          </p:cNvSpPr>
          <p:nvPr>
            <p:ph type="title"/>
          </p:nvPr>
        </p:nvSpPr>
        <p:spPr>
          <a:xfrm>
            <a:off x="1989545" y="1245271"/>
            <a:ext cx="24375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127" name="Google Shape;127;p13"/>
          <p:cNvSpPr txBox="1">
            <a:spLocks noGrp="1"/>
          </p:cNvSpPr>
          <p:nvPr>
            <p:ph type="subTitle" idx="1"/>
          </p:nvPr>
        </p:nvSpPr>
        <p:spPr>
          <a:xfrm>
            <a:off x="1989545" y="1465192"/>
            <a:ext cx="24375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8" name="Google Shape;128;p13"/>
          <p:cNvSpPr txBox="1">
            <a:spLocks noGrp="1"/>
          </p:cNvSpPr>
          <p:nvPr>
            <p:ph type="title" idx="2"/>
          </p:nvPr>
        </p:nvSpPr>
        <p:spPr>
          <a:xfrm flipH="1">
            <a:off x="5556645" y="1245262"/>
            <a:ext cx="24378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129" name="Google Shape;129;p13"/>
          <p:cNvSpPr txBox="1">
            <a:spLocks noGrp="1"/>
          </p:cNvSpPr>
          <p:nvPr>
            <p:ph type="subTitle" idx="3"/>
          </p:nvPr>
        </p:nvSpPr>
        <p:spPr>
          <a:xfrm flipH="1">
            <a:off x="5556633" y="1465183"/>
            <a:ext cx="24375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0" name="Google Shape;130;p13"/>
          <p:cNvSpPr txBox="1">
            <a:spLocks noGrp="1"/>
          </p:cNvSpPr>
          <p:nvPr>
            <p:ph type="title" idx="4" hasCustomPrompt="1"/>
          </p:nvPr>
        </p:nvSpPr>
        <p:spPr>
          <a:xfrm>
            <a:off x="1161705" y="1253050"/>
            <a:ext cx="759000" cy="759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1" name="Google Shape;131;p13"/>
          <p:cNvSpPr txBox="1">
            <a:spLocks noGrp="1"/>
          </p:cNvSpPr>
          <p:nvPr>
            <p:ph type="title" idx="5" hasCustomPrompt="1"/>
          </p:nvPr>
        </p:nvSpPr>
        <p:spPr>
          <a:xfrm flipH="1">
            <a:off x="4719730" y="1253050"/>
            <a:ext cx="759000" cy="759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2" name="Google Shape;132;p13"/>
          <p:cNvSpPr txBox="1">
            <a:spLocks noGrp="1"/>
          </p:cNvSpPr>
          <p:nvPr>
            <p:ph type="title" idx="6"/>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33" name="Google Shape;133;p13"/>
          <p:cNvSpPr txBox="1">
            <a:spLocks noGrp="1"/>
          </p:cNvSpPr>
          <p:nvPr>
            <p:ph type="title" idx="7"/>
          </p:nvPr>
        </p:nvSpPr>
        <p:spPr>
          <a:xfrm>
            <a:off x="1989545" y="2324700"/>
            <a:ext cx="24375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134" name="Google Shape;134;p13"/>
          <p:cNvSpPr txBox="1">
            <a:spLocks noGrp="1"/>
          </p:cNvSpPr>
          <p:nvPr>
            <p:ph type="subTitle" idx="8"/>
          </p:nvPr>
        </p:nvSpPr>
        <p:spPr>
          <a:xfrm>
            <a:off x="1989545" y="2542726"/>
            <a:ext cx="24378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5" name="Google Shape;135;p13"/>
          <p:cNvSpPr txBox="1">
            <a:spLocks noGrp="1"/>
          </p:cNvSpPr>
          <p:nvPr>
            <p:ph type="title" idx="9"/>
          </p:nvPr>
        </p:nvSpPr>
        <p:spPr>
          <a:xfrm flipH="1">
            <a:off x="5556645" y="2326691"/>
            <a:ext cx="24378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136" name="Google Shape;136;p13"/>
          <p:cNvSpPr txBox="1">
            <a:spLocks noGrp="1"/>
          </p:cNvSpPr>
          <p:nvPr>
            <p:ph type="subTitle" idx="13"/>
          </p:nvPr>
        </p:nvSpPr>
        <p:spPr>
          <a:xfrm flipH="1">
            <a:off x="5556633" y="2542726"/>
            <a:ext cx="24375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7" name="Google Shape;137;p13"/>
          <p:cNvSpPr txBox="1">
            <a:spLocks noGrp="1"/>
          </p:cNvSpPr>
          <p:nvPr>
            <p:ph type="title" idx="14" hasCustomPrompt="1"/>
          </p:nvPr>
        </p:nvSpPr>
        <p:spPr>
          <a:xfrm>
            <a:off x="1161705" y="2324700"/>
            <a:ext cx="759000" cy="759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8" name="Google Shape;138;p13"/>
          <p:cNvSpPr txBox="1">
            <a:spLocks noGrp="1"/>
          </p:cNvSpPr>
          <p:nvPr>
            <p:ph type="title" idx="15" hasCustomPrompt="1"/>
          </p:nvPr>
        </p:nvSpPr>
        <p:spPr>
          <a:xfrm flipH="1">
            <a:off x="4719730" y="2324700"/>
            <a:ext cx="759000" cy="759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9" name="Google Shape;139;p13"/>
          <p:cNvSpPr txBox="1">
            <a:spLocks noGrp="1"/>
          </p:cNvSpPr>
          <p:nvPr>
            <p:ph type="title" idx="16"/>
          </p:nvPr>
        </p:nvSpPr>
        <p:spPr>
          <a:xfrm>
            <a:off x="1989545" y="3393490"/>
            <a:ext cx="24375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140" name="Google Shape;140;p13"/>
          <p:cNvSpPr txBox="1">
            <a:spLocks noGrp="1"/>
          </p:cNvSpPr>
          <p:nvPr>
            <p:ph type="subTitle" idx="17"/>
          </p:nvPr>
        </p:nvSpPr>
        <p:spPr>
          <a:xfrm>
            <a:off x="1989545" y="3609524"/>
            <a:ext cx="24378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1" name="Google Shape;141;p13"/>
          <p:cNvSpPr txBox="1">
            <a:spLocks noGrp="1"/>
          </p:cNvSpPr>
          <p:nvPr>
            <p:ph type="title" idx="18"/>
          </p:nvPr>
        </p:nvSpPr>
        <p:spPr>
          <a:xfrm flipH="1">
            <a:off x="5556645" y="3393491"/>
            <a:ext cx="24378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142" name="Google Shape;142;p13"/>
          <p:cNvSpPr txBox="1">
            <a:spLocks noGrp="1"/>
          </p:cNvSpPr>
          <p:nvPr>
            <p:ph type="subTitle" idx="19"/>
          </p:nvPr>
        </p:nvSpPr>
        <p:spPr>
          <a:xfrm flipH="1">
            <a:off x="5556633" y="3609526"/>
            <a:ext cx="24375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3" name="Google Shape;143;p13"/>
          <p:cNvSpPr txBox="1">
            <a:spLocks noGrp="1"/>
          </p:cNvSpPr>
          <p:nvPr>
            <p:ph type="title" idx="20" hasCustomPrompt="1"/>
          </p:nvPr>
        </p:nvSpPr>
        <p:spPr>
          <a:xfrm>
            <a:off x="1161705" y="3396350"/>
            <a:ext cx="759000" cy="759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4" name="Google Shape;144;p13"/>
          <p:cNvSpPr txBox="1">
            <a:spLocks noGrp="1"/>
          </p:cNvSpPr>
          <p:nvPr>
            <p:ph type="title" idx="21" hasCustomPrompt="1"/>
          </p:nvPr>
        </p:nvSpPr>
        <p:spPr>
          <a:xfrm flipH="1">
            <a:off x="4719730" y="3396350"/>
            <a:ext cx="759000" cy="759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5" name="Google Shape;145;p13"/>
          <p:cNvSpPr/>
          <p:nvPr/>
        </p:nvSpPr>
        <p:spPr>
          <a:xfrm rot="10800000" flipH="1">
            <a:off x="205900" y="54316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3"/>
          <p:cNvSpPr/>
          <p:nvPr/>
        </p:nvSpPr>
        <p:spPr>
          <a:xfrm rot="10800000" flipH="1">
            <a:off x="8753000" y="44152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 name="Google Shape;147;p13"/>
          <p:cNvGrpSpPr/>
          <p:nvPr/>
        </p:nvGrpSpPr>
        <p:grpSpPr>
          <a:xfrm>
            <a:off x="-8650" y="50"/>
            <a:ext cx="9163850" cy="5136000"/>
            <a:chOff x="-8650" y="50"/>
            <a:chExt cx="9163850" cy="5136000"/>
          </a:xfrm>
        </p:grpSpPr>
        <p:cxnSp>
          <p:nvCxnSpPr>
            <p:cNvPr id="148" name="Google Shape;148;p13"/>
            <p:cNvCxnSpPr/>
            <p:nvPr/>
          </p:nvCxnSpPr>
          <p:spPr>
            <a:xfrm>
              <a:off x="-5900" y="3105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149" name="Google Shape;149;p13"/>
            <p:cNvCxnSpPr/>
            <p:nvPr/>
          </p:nvCxnSpPr>
          <p:spPr>
            <a:xfrm>
              <a:off x="-8650" y="48282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150" name="Google Shape;150;p13"/>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151" name="Google Shape;151;p13"/>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152" name="Google Shape;152;p13"/>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153" name="Google Shape;153;p13"/>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CUSTOM_24">
    <p:spTree>
      <p:nvGrpSpPr>
        <p:cNvPr id="1" name="Shape 154"/>
        <p:cNvGrpSpPr/>
        <p:nvPr/>
      </p:nvGrpSpPr>
      <p:grpSpPr>
        <a:xfrm>
          <a:off x="0" y="0"/>
          <a:ext cx="0" cy="0"/>
          <a:chOff x="0" y="0"/>
          <a:chExt cx="0" cy="0"/>
        </a:xfrm>
      </p:grpSpPr>
      <p:sp>
        <p:nvSpPr>
          <p:cNvPr id="155" name="Google Shape;155;p14"/>
          <p:cNvSpPr txBox="1">
            <a:spLocks noGrp="1"/>
          </p:cNvSpPr>
          <p:nvPr>
            <p:ph type="title"/>
          </p:nvPr>
        </p:nvSpPr>
        <p:spPr>
          <a:xfrm>
            <a:off x="1107209" y="3099292"/>
            <a:ext cx="6929700" cy="4572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0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6" name="Google Shape;156;p14"/>
          <p:cNvSpPr txBox="1">
            <a:spLocks noGrp="1"/>
          </p:cNvSpPr>
          <p:nvPr>
            <p:ph type="subTitle" idx="1"/>
          </p:nvPr>
        </p:nvSpPr>
        <p:spPr>
          <a:xfrm>
            <a:off x="1105950" y="1414533"/>
            <a:ext cx="6932100" cy="1626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2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7" name="Google Shape;157;p14"/>
          <p:cNvSpPr/>
          <p:nvPr/>
        </p:nvSpPr>
        <p:spPr>
          <a:xfrm>
            <a:off x="205900" y="428836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4"/>
          <p:cNvSpPr/>
          <p:nvPr/>
        </p:nvSpPr>
        <p:spPr>
          <a:xfrm>
            <a:off x="8735000" y="65861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 name="Google Shape;159;p14"/>
          <p:cNvGrpSpPr/>
          <p:nvPr/>
        </p:nvGrpSpPr>
        <p:grpSpPr>
          <a:xfrm rot="10800000" flipH="1">
            <a:off x="-8650" y="50"/>
            <a:ext cx="9163850" cy="5136000"/>
            <a:chOff x="-8650" y="50"/>
            <a:chExt cx="9163850" cy="5136000"/>
          </a:xfrm>
        </p:grpSpPr>
        <p:cxnSp>
          <p:nvCxnSpPr>
            <p:cNvPr id="160" name="Google Shape;160;p14"/>
            <p:cNvCxnSpPr/>
            <p:nvPr/>
          </p:nvCxnSpPr>
          <p:spPr>
            <a:xfrm>
              <a:off x="-5900" y="5391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161" name="Google Shape;161;p14"/>
            <p:cNvCxnSpPr/>
            <p:nvPr/>
          </p:nvCxnSpPr>
          <p:spPr>
            <a:xfrm>
              <a:off x="-8650" y="45996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162" name="Google Shape;162;p14"/>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163" name="Google Shape;163;p14"/>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164" name="Google Shape;164;p14"/>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165" name="Google Shape;165;p14"/>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CUSTOM_22">
    <p:spTree>
      <p:nvGrpSpPr>
        <p:cNvPr id="1" name="Shape 166"/>
        <p:cNvGrpSpPr/>
        <p:nvPr/>
      </p:nvGrpSpPr>
      <p:grpSpPr>
        <a:xfrm>
          <a:off x="0" y="0"/>
          <a:ext cx="0" cy="0"/>
          <a:chOff x="0" y="0"/>
          <a:chExt cx="0" cy="0"/>
        </a:xfrm>
      </p:grpSpPr>
      <p:sp>
        <p:nvSpPr>
          <p:cNvPr id="167" name="Google Shape;167;p15"/>
          <p:cNvSpPr txBox="1">
            <a:spLocks noGrp="1"/>
          </p:cNvSpPr>
          <p:nvPr>
            <p:ph type="title"/>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168" name="Google Shape;168;p15"/>
          <p:cNvGrpSpPr/>
          <p:nvPr/>
        </p:nvGrpSpPr>
        <p:grpSpPr>
          <a:xfrm>
            <a:off x="-8650" y="50"/>
            <a:ext cx="9163850" cy="5136000"/>
            <a:chOff x="-8650" y="50"/>
            <a:chExt cx="9163850" cy="5136000"/>
          </a:xfrm>
        </p:grpSpPr>
        <p:cxnSp>
          <p:nvCxnSpPr>
            <p:cNvPr id="169" name="Google Shape;169;p15"/>
            <p:cNvCxnSpPr/>
            <p:nvPr/>
          </p:nvCxnSpPr>
          <p:spPr>
            <a:xfrm>
              <a:off x="-5900" y="3105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170" name="Google Shape;170;p15"/>
            <p:cNvCxnSpPr/>
            <p:nvPr/>
          </p:nvCxnSpPr>
          <p:spPr>
            <a:xfrm>
              <a:off x="-8650" y="48282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171" name="Google Shape;171;p15"/>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172" name="Google Shape;172;p15"/>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173" name="Google Shape;173;p15"/>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174" name="Google Shape;174;p15"/>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
        <p:nvSpPr>
          <p:cNvPr id="175" name="Google Shape;175;p15"/>
          <p:cNvSpPr/>
          <p:nvPr/>
        </p:nvSpPr>
        <p:spPr>
          <a:xfrm>
            <a:off x="8752138" y="441431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5"/>
          <p:cNvSpPr/>
          <p:nvPr/>
        </p:nvSpPr>
        <p:spPr>
          <a:xfrm>
            <a:off x="206763" y="5475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
  <p:cSld name="CUSTOM_4">
    <p:spTree>
      <p:nvGrpSpPr>
        <p:cNvPr id="1" name="Shape 177"/>
        <p:cNvGrpSpPr/>
        <p:nvPr/>
      </p:nvGrpSpPr>
      <p:grpSpPr>
        <a:xfrm>
          <a:off x="0" y="0"/>
          <a:ext cx="0" cy="0"/>
          <a:chOff x="0" y="0"/>
          <a:chExt cx="0" cy="0"/>
        </a:xfrm>
      </p:grpSpPr>
      <p:sp>
        <p:nvSpPr>
          <p:cNvPr id="178" name="Google Shape;178;p16"/>
          <p:cNvSpPr txBox="1">
            <a:spLocks noGrp="1"/>
          </p:cNvSpPr>
          <p:nvPr>
            <p:ph type="title"/>
          </p:nvPr>
        </p:nvSpPr>
        <p:spPr>
          <a:xfrm>
            <a:off x="947658" y="1752050"/>
            <a:ext cx="2663400" cy="548700"/>
          </a:xfrm>
          <a:prstGeom prst="rect">
            <a:avLst/>
          </a:prstGeom>
          <a:noFill/>
        </p:spPr>
        <p:txBody>
          <a:bodyPr spcFirstLastPara="1" wrap="square" lIns="91425" tIns="91425" rIns="91425" bIns="91425" anchor="t" anchorCtr="0">
            <a:noAutofit/>
          </a:bodyPr>
          <a:lstStyle>
            <a:lvl1pPr lvl="0" algn="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9" name="Google Shape;179;p16"/>
          <p:cNvSpPr txBox="1">
            <a:spLocks noGrp="1"/>
          </p:cNvSpPr>
          <p:nvPr>
            <p:ph type="subTitle" idx="1"/>
          </p:nvPr>
        </p:nvSpPr>
        <p:spPr>
          <a:xfrm>
            <a:off x="948117" y="2300750"/>
            <a:ext cx="2662500" cy="1093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80" name="Google Shape;180;p16"/>
          <p:cNvGrpSpPr/>
          <p:nvPr/>
        </p:nvGrpSpPr>
        <p:grpSpPr>
          <a:xfrm flipH="1">
            <a:off x="-8650" y="50"/>
            <a:ext cx="9163850" cy="5136000"/>
            <a:chOff x="-8650" y="50"/>
            <a:chExt cx="9163850" cy="5136000"/>
          </a:xfrm>
        </p:grpSpPr>
        <p:cxnSp>
          <p:nvCxnSpPr>
            <p:cNvPr id="181" name="Google Shape;181;p16"/>
            <p:cNvCxnSpPr/>
            <p:nvPr/>
          </p:nvCxnSpPr>
          <p:spPr>
            <a:xfrm>
              <a:off x="-5900" y="5391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182" name="Google Shape;182;p16"/>
            <p:cNvCxnSpPr/>
            <p:nvPr/>
          </p:nvCxnSpPr>
          <p:spPr>
            <a:xfrm>
              <a:off x="-8650" y="45996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183" name="Google Shape;183;p16"/>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184" name="Google Shape;184;p16"/>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185" name="Google Shape;185;p16"/>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186" name="Google Shape;186;p16"/>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
        <p:nvSpPr>
          <p:cNvPr id="187" name="Google Shape;187;p16"/>
          <p:cNvSpPr/>
          <p:nvPr/>
        </p:nvSpPr>
        <p:spPr>
          <a:xfrm>
            <a:off x="222175" y="16216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6"/>
          <p:cNvSpPr/>
          <p:nvPr/>
        </p:nvSpPr>
        <p:spPr>
          <a:xfrm>
            <a:off x="8743125" y="65861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2">
  <p:cSld name="CUSTOM_4_1_1">
    <p:spTree>
      <p:nvGrpSpPr>
        <p:cNvPr id="1" name="Shape 189"/>
        <p:cNvGrpSpPr/>
        <p:nvPr/>
      </p:nvGrpSpPr>
      <p:grpSpPr>
        <a:xfrm>
          <a:off x="0" y="0"/>
          <a:ext cx="0" cy="0"/>
          <a:chOff x="0" y="0"/>
          <a:chExt cx="0" cy="0"/>
        </a:xfrm>
      </p:grpSpPr>
      <p:sp>
        <p:nvSpPr>
          <p:cNvPr id="190" name="Google Shape;190;p17"/>
          <p:cNvSpPr txBox="1">
            <a:spLocks noGrp="1"/>
          </p:cNvSpPr>
          <p:nvPr>
            <p:ph type="title"/>
          </p:nvPr>
        </p:nvSpPr>
        <p:spPr>
          <a:xfrm>
            <a:off x="1128652" y="1277125"/>
            <a:ext cx="3612600" cy="1445700"/>
          </a:xfrm>
          <a:prstGeom prst="rect">
            <a:avLst/>
          </a:prstGeom>
          <a:noFill/>
        </p:spPr>
        <p:txBody>
          <a:bodyPr spcFirstLastPara="1" wrap="square" lIns="91425" tIns="91425" rIns="91425" bIns="91425" anchor="t" anchorCtr="0">
            <a:noAutofit/>
          </a:bodyPr>
          <a:lstStyle>
            <a:lvl1pPr lvl="0" algn="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1" name="Google Shape;191;p17"/>
          <p:cNvSpPr txBox="1">
            <a:spLocks noGrp="1"/>
          </p:cNvSpPr>
          <p:nvPr>
            <p:ph type="subTitle" idx="1"/>
          </p:nvPr>
        </p:nvSpPr>
        <p:spPr>
          <a:xfrm>
            <a:off x="1129400" y="2814875"/>
            <a:ext cx="3611100" cy="1051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2" name="Google Shape;192;p17"/>
          <p:cNvSpPr>
            <a:spLocks noGrp="1"/>
          </p:cNvSpPr>
          <p:nvPr>
            <p:ph type="pic" idx="2"/>
          </p:nvPr>
        </p:nvSpPr>
        <p:spPr>
          <a:xfrm>
            <a:off x="5105948" y="1117050"/>
            <a:ext cx="2909400" cy="2909400"/>
          </a:xfrm>
          <a:prstGeom prst="rect">
            <a:avLst/>
          </a:prstGeom>
          <a:noFill/>
          <a:ln w="9525" cap="flat" cmpd="sng">
            <a:solidFill>
              <a:schemeClr val="lt1"/>
            </a:solidFill>
            <a:prstDash val="solid"/>
            <a:round/>
            <a:headEnd type="none" w="sm" len="sm"/>
            <a:tailEnd type="none" w="sm" len="sm"/>
          </a:ln>
        </p:spPr>
      </p:sp>
      <p:sp>
        <p:nvSpPr>
          <p:cNvPr id="193" name="Google Shape;193;p17"/>
          <p:cNvSpPr/>
          <p:nvPr/>
        </p:nvSpPr>
        <p:spPr>
          <a:xfrm>
            <a:off x="202688" y="66676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7"/>
          <p:cNvSpPr/>
          <p:nvPr/>
        </p:nvSpPr>
        <p:spPr>
          <a:xfrm>
            <a:off x="8756213" y="431278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 name="Google Shape;195;p17"/>
          <p:cNvGrpSpPr/>
          <p:nvPr/>
        </p:nvGrpSpPr>
        <p:grpSpPr>
          <a:xfrm>
            <a:off x="-8650" y="50"/>
            <a:ext cx="9163850" cy="5136000"/>
            <a:chOff x="-8650" y="50"/>
            <a:chExt cx="9163850" cy="5136000"/>
          </a:xfrm>
        </p:grpSpPr>
        <p:cxnSp>
          <p:nvCxnSpPr>
            <p:cNvPr id="196" name="Google Shape;196;p17"/>
            <p:cNvCxnSpPr/>
            <p:nvPr/>
          </p:nvCxnSpPr>
          <p:spPr>
            <a:xfrm>
              <a:off x="-5900" y="5391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197" name="Google Shape;197;p17"/>
            <p:cNvCxnSpPr/>
            <p:nvPr/>
          </p:nvCxnSpPr>
          <p:spPr>
            <a:xfrm>
              <a:off x="-8650" y="45996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198" name="Google Shape;198;p17"/>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199" name="Google Shape;199;p17"/>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200" name="Google Shape;200;p17"/>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201" name="Google Shape;201;p17"/>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CUSTOM_14_1">
    <p:spTree>
      <p:nvGrpSpPr>
        <p:cNvPr id="1" name="Shape 214"/>
        <p:cNvGrpSpPr/>
        <p:nvPr/>
      </p:nvGrpSpPr>
      <p:grpSpPr>
        <a:xfrm>
          <a:off x="0" y="0"/>
          <a:ext cx="0" cy="0"/>
          <a:chOff x="0" y="0"/>
          <a:chExt cx="0" cy="0"/>
        </a:xfrm>
      </p:grpSpPr>
      <p:sp>
        <p:nvSpPr>
          <p:cNvPr id="215" name="Google Shape;215;p19"/>
          <p:cNvSpPr txBox="1">
            <a:spLocks noGrp="1"/>
          </p:cNvSpPr>
          <p:nvPr>
            <p:ph type="title"/>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16" name="Google Shape;216;p19"/>
          <p:cNvSpPr txBox="1">
            <a:spLocks noGrp="1"/>
          </p:cNvSpPr>
          <p:nvPr>
            <p:ph type="subTitle" idx="1"/>
          </p:nvPr>
        </p:nvSpPr>
        <p:spPr>
          <a:xfrm>
            <a:off x="721879" y="3051300"/>
            <a:ext cx="2501700" cy="9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17" name="Google Shape;217;p19"/>
          <p:cNvSpPr txBox="1">
            <a:spLocks noGrp="1"/>
          </p:cNvSpPr>
          <p:nvPr>
            <p:ph type="subTitle" idx="2"/>
          </p:nvPr>
        </p:nvSpPr>
        <p:spPr>
          <a:xfrm>
            <a:off x="3321150" y="3051300"/>
            <a:ext cx="2501700" cy="9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18" name="Google Shape;218;p19"/>
          <p:cNvSpPr txBox="1">
            <a:spLocks noGrp="1"/>
          </p:cNvSpPr>
          <p:nvPr>
            <p:ph type="subTitle" idx="3"/>
          </p:nvPr>
        </p:nvSpPr>
        <p:spPr>
          <a:xfrm>
            <a:off x="5920421" y="3051300"/>
            <a:ext cx="2501700" cy="9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19" name="Google Shape;219;p19"/>
          <p:cNvSpPr txBox="1">
            <a:spLocks noGrp="1"/>
          </p:cNvSpPr>
          <p:nvPr>
            <p:ph type="title" idx="4"/>
          </p:nvPr>
        </p:nvSpPr>
        <p:spPr>
          <a:xfrm>
            <a:off x="719929" y="2755644"/>
            <a:ext cx="2505600" cy="365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000"/>
              <a:buNone/>
              <a:defRPr sz="2000" b="0">
                <a:solidFill>
                  <a:schemeClr val="lt1"/>
                </a:solidFill>
              </a:defRPr>
            </a:lvl1pPr>
            <a:lvl2pPr lvl="1" algn="ctr" rtl="0">
              <a:spcBef>
                <a:spcPts val="0"/>
              </a:spcBef>
              <a:spcAft>
                <a:spcPts val="0"/>
              </a:spcAft>
              <a:buClr>
                <a:schemeClr val="lt1"/>
              </a:buClr>
              <a:buSzPts val="3500"/>
              <a:buNone/>
              <a:defRPr>
                <a:solidFill>
                  <a:schemeClr val="lt1"/>
                </a:solidFill>
              </a:defRPr>
            </a:lvl2pPr>
            <a:lvl3pPr lvl="2" algn="ctr" rtl="0">
              <a:spcBef>
                <a:spcPts val="0"/>
              </a:spcBef>
              <a:spcAft>
                <a:spcPts val="0"/>
              </a:spcAft>
              <a:buClr>
                <a:schemeClr val="lt1"/>
              </a:buClr>
              <a:buSzPts val="3500"/>
              <a:buNone/>
              <a:defRPr>
                <a:solidFill>
                  <a:schemeClr val="lt1"/>
                </a:solidFill>
              </a:defRPr>
            </a:lvl3pPr>
            <a:lvl4pPr lvl="3" algn="ctr" rtl="0">
              <a:spcBef>
                <a:spcPts val="0"/>
              </a:spcBef>
              <a:spcAft>
                <a:spcPts val="0"/>
              </a:spcAft>
              <a:buClr>
                <a:schemeClr val="lt1"/>
              </a:buClr>
              <a:buSzPts val="3500"/>
              <a:buNone/>
              <a:defRPr>
                <a:solidFill>
                  <a:schemeClr val="lt1"/>
                </a:solidFill>
              </a:defRPr>
            </a:lvl4pPr>
            <a:lvl5pPr lvl="4" algn="ctr" rtl="0">
              <a:spcBef>
                <a:spcPts val="0"/>
              </a:spcBef>
              <a:spcAft>
                <a:spcPts val="0"/>
              </a:spcAft>
              <a:buClr>
                <a:schemeClr val="lt1"/>
              </a:buClr>
              <a:buSzPts val="3500"/>
              <a:buNone/>
              <a:defRPr>
                <a:solidFill>
                  <a:schemeClr val="lt1"/>
                </a:solidFill>
              </a:defRPr>
            </a:lvl5pPr>
            <a:lvl6pPr lvl="5" algn="ctr" rtl="0">
              <a:spcBef>
                <a:spcPts val="0"/>
              </a:spcBef>
              <a:spcAft>
                <a:spcPts val="0"/>
              </a:spcAft>
              <a:buClr>
                <a:schemeClr val="lt1"/>
              </a:buClr>
              <a:buSzPts val="3500"/>
              <a:buNone/>
              <a:defRPr>
                <a:solidFill>
                  <a:schemeClr val="lt1"/>
                </a:solidFill>
              </a:defRPr>
            </a:lvl6pPr>
            <a:lvl7pPr lvl="6" algn="ctr" rtl="0">
              <a:spcBef>
                <a:spcPts val="0"/>
              </a:spcBef>
              <a:spcAft>
                <a:spcPts val="0"/>
              </a:spcAft>
              <a:buClr>
                <a:schemeClr val="lt1"/>
              </a:buClr>
              <a:buSzPts val="3500"/>
              <a:buNone/>
              <a:defRPr>
                <a:solidFill>
                  <a:schemeClr val="lt1"/>
                </a:solidFill>
              </a:defRPr>
            </a:lvl7pPr>
            <a:lvl8pPr lvl="7" algn="ctr" rtl="0">
              <a:spcBef>
                <a:spcPts val="0"/>
              </a:spcBef>
              <a:spcAft>
                <a:spcPts val="0"/>
              </a:spcAft>
              <a:buClr>
                <a:schemeClr val="lt1"/>
              </a:buClr>
              <a:buSzPts val="3500"/>
              <a:buNone/>
              <a:defRPr>
                <a:solidFill>
                  <a:schemeClr val="lt1"/>
                </a:solidFill>
              </a:defRPr>
            </a:lvl8pPr>
            <a:lvl9pPr lvl="8" algn="ctr" rtl="0">
              <a:spcBef>
                <a:spcPts val="0"/>
              </a:spcBef>
              <a:spcAft>
                <a:spcPts val="0"/>
              </a:spcAft>
              <a:buClr>
                <a:schemeClr val="lt1"/>
              </a:buClr>
              <a:buSzPts val="3500"/>
              <a:buNone/>
              <a:defRPr>
                <a:solidFill>
                  <a:schemeClr val="lt1"/>
                </a:solidFill>
              </a:defRPr>
            </a:lvl9pPr>
          </a:lstStyle>
          <a:p>
            <a:endParaRPr/>
          </a:p>
        </p:txBody>
      </p:sp>
      <p:sp>
        <p:nvSpPr>
          <p:cNvPr id="220" name="Google Shape;220;p19"/>
          <p:cNvSpPr txBox="1">
            <a:spLocks noGrp="1"/>
          </p:cNvSpPr>
          <p:nvPr>
            <p:ph type="title" idx="5"/>
          </p:nvPr>
        </p:nvSpPr>
        <p:spPr>
          <a:xfrm>
            <a:off x="3319200" y="2755644"/>
            <a:ext cx="2505600" cy="365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000"/>
              <a:buNone/>
              <a:defRPr sz="2000" b="0">
                <a:solidFill>
                  <a:schemeClr val="lt1"/>
                </a:solidFill>
              </a:defRPr>
            </a:lvl1pPr>
            <a:lvl2pPr lvl="1" algn="ctr" rtl="0">
              <a:spcBef>
                <a:spcPts val="0"/>
              </a:spcBef>
              <a:spcAft>
                <a:spcPts val="0"/>
              </a:spcAft>
              <a:buClr>
                <a:schemeClr val="lt1"/>
              </a:buClr>
              <a:buSzPts val="3500"/>
              <a:buNone/>
              <a:defRPr>
                <a:solidFill>
                  <a:schemeClr val="lt1"/>
                </a:solidFill>
              </a:defRPr>
            </a:lvl2pPr>
            <a:lvl3pPr lvl="2" algn="ctr" rtl="0">
              <a:spcBef>
                <a:spcPts val="0"/>
              </a:spcBef>
              <a:spcAft>
                <a:spcPts val="0"/>
              </a:spcAft>
              <a:buClr>
                <a:schemeClr val="lt1"/>
              </a:buClr>
              <a:buSzPts val="3500"/>
              <a:buNone/>
              <a:defRPr>
                <a:solidFill>
                  <a:schemeClr val="lt1"/>
                </a:solidFill>
              </a:defRPr>
            </a:lvl3pPr>
            <a:lvl4pPr lvl="3" algn="ctr" rtl="0">
              <a:spcBef>
                <a:spcPts val="0"/>
              </a:spcBef>
              <a:spcAft>
                <a:spcPts val="0"/>
              </a:spcAft>
              <a:buClr>
                <a:schemeClr val="lt1"/>
              </a:buClr>
              <a:buSzPts val="3500"/>
              <a:buNone/>
              <a:defRPr>
                <a:solidFill>
                  <a:schemeClr val="lt1"/>
                </a:solidFill>
              </a:defRPr>
            </a:lvl4pPr>
            <a:lvl5pPr lvl="4" algn="ctr" rtl="0">
              <a:spcBef>
                <a:spcPts val="0"/>
              </a:spcBef>
              <a:spcAft>
                <a:spcPts val="0"/>
              </a:spcAft>
              <a:buClr>
                <a:schemeClr val="lt1"/>
              </a:buClr>
              <a:buSzPts val="3500"/>
              <a:buNone/>
              <a:defRPr>
                <a:solidFill>
                  <a:schemeClr val="lt1"/>
                </a:solidFill>
              </a:defRPr>
            </a:lvl5pPr>
            <a:lvl6pPr lvl="5" algn="ctr" rtl="0">
              <a:spcBef>
                <a:spcPts val="0"/>
              </a:spcBef>
              <a:spcAft>
                <a:spcPts val="0"/>
              </a:spcAft>
              <a:buClr>
                <a:schemeClr val="lt1"/>
              </a:buClr>
              <a:buSzPts val="3500"/>
              <a:buNone/>
              <a:defRPr>
                <a:solidFill>
                  <a:schemeClr val="lt1"/>
                </a:solidFill>
              </a:defRPr>
            </a:lvl6pPr>
            <a:lvl7pPr lvl="6" algn="ctr" rtl="0">
              <a:spcBef>
                <a:spcPts val="0"/>
              </a:spcBef>
              <a:spcAft>
                <a:spcPts val="0"/>
              </a:spcAft>
              <a:buClr>
                <a:schemeClr val="lt1"/>
              </a:buClr>
              <a:buSzPts val="3500"/>
              <a:buNone/>
              <a:defRPr>
                <a:solidFill>
                  <a:schemeClr val="lt1"/>
                </a:solidFill>
              </a:defRPr>
            </a:lvl7pPr>
            <a:lvl8pPr lvl="7" algn="ctr" rtl="0">
              <a:spcBef>
                <a:spcPts val="0"/>
              </a:spcBef>
              <a:spcAft>
                <a:spcPts val="0"/>
              </a:spcAft>
              <a:buClr>
                <a:schemeClr val="lt1"/>
              </a:buClr>
              <a:buSzPts val="3500"/>
              <a:buNone/>
              <a:defRPr>
                <a:solidFill>
                  <a:schemeClr val="lt1"/>
                </a:solidFill>
              </a:defRPr>
            </a:lvl8pPr>
            <a:lvl9pPr lvl="8" algn="ctr" rtl="0">
              <a:spcBef>
                <a:spcPts val="0"/>
              </a:spcBef>
              <a:spcAft>
                <a:spcPts val="0"/>
              </a:spcAft>
              <a:buClr>
                <a:schemeClr val="lt1"/>
              </a:buClr>
              <a:buSzPts val="3500"/>
              <a:buNone/>
              <a:defRPr>
                <a:solidFill>
                  <a:schemeClr val="lt1"/>
                </a:solidFill>
              </a:defRPr>
            </a:lvl9pPr>
          </a:lstStyle>
          <a:p>
            <a:endParaRPr/>
          </a:p>
        </p:txBody>
      </p:sp>
      <p:sp>
        <p:nvSpPr>
          <p:cNvPr id="221" name="Google Shape;221;p19"/>
          <p:cNvSpPr txBox="1">
            <a:spLocks noGrp="1"/>
          </p:cNvSpPr>
          <p:nvPr>
            <p:ph type="title" idx="6"/>
          </p:nvPr>
        </p:nvSpPr>
        <p:spPr>
          <a:xfrm>
            <a:off x="5918471" y="2755644"/>
            <a:ext cx="2505600" cy="365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000"/>
              <a:buNone/>
              <a:defRPr sz="2000" b="0">
                <a:solidFill>
                  <a:schemeClr val="lt1"/>
                </a:solidFill>
              </a:defRPr>
            </a:lvl1pPr>
            <a:lvl2pPr lvl="1" algn="ctr" rtl="0">
              <a:spcBef>
                <a:spcPts val="0"/>
              </a:spcBef>
              <a:spcAft>
                <a:spcPts val="0"/>
              </a:spcAft>
              <a:buClr>
                <a:schemeClr val="lt1"/>
              </a:buClr>
              <a:buSzPts val="3500"/>
              <a:buNone/>
              <a:defRPr>
                <a:solidFill>
                  <a:schemeClr val="lt1"/>
                </a:solidFill>
              </a:defRPr>
            </a:lvl2pPr>
            <a:lvl3pPr lvl="2" algn="ctr" rtl="0">
              <a:spcBef>
                <a:spcPts val="0"/>
              </a:spcBef>
              <a:spcAft>
                <a:spcPts val="0"/>
              </a:spcAft>
              <a:buClr>
                <a:schemeClr val="lt1"/>
              </a:buClr>
              <a:buSzPts val="3500"/>
              <a:buNone/>
              <a:defRPr>
                <a:solidFill>
                  <a:schemeClr val="lt1"/>
                </a:solidFill>
              </a:defRPr>
            </a:lvl3pPr>
            <a:lvl4pPr lvl="3" algn="ctr" rtl="0">
              <a:spcBef>
                <a:spcPts val="0"/>
              </a:spcBef>
              <a:spcAft>
                <a:spcPts val="0"/>
              </a:spcAft>
              <a:buClr>
                <a:schemeClr val="lt1"/>
              </a:buClr>
              <a:buSzPts val="3500"/>
              <a:buNone/>
              <a:defRPr>
                <a:solidFill>
                  <a:schemeClr val="lt1"/>
                </a:solidFill>
              </a:defRPr>
            </a:lvl4pPr>
            <a:lvl5pPr lvl="4" algn="ctr" rtl="0">
              <a:spcBef>
                <a:spcPts val="0"/>
              </a:spcBef>
              <a:spcAft>
                <a:spcPts val="0"/>
              </a:spcAft>
              <a:buClr>
                <a:schemeClr val="lt1"/>
              </a:buClr>
              <a:buSzPts val="3500"/>
              <a:buNone/>
              <a:defRPr>
                <a:solidFill>
                  <a:schemeClr val="lt1"/>
                </a:solidFill>
              </a:defRPr>
            </a:lvl5pPr>
            <a:lvl6pPr lvl="5" algn="ctr" rtl="0">
              <a:spcBef>
                <a:spcPts val="0"/>
              </a:spcBef>
              <a:spcAft>
                <a:spcPts val="0"/>
              </a:spcAft>
              <a:buClr>
                <a:schemeClr val="lt1"/>
              </a:buClr>
              <a:buSzPts val="3500"/>
              <a:buNone/>
              <a:defRPr>
                <a:solidFill>
                  <a:schemeClr val="lt1"/>
                </a:solidFill>
              </a:defRPr>
            </a:lvl6pPr>
            <a:lvl7pPr lvl="6" algn="ctr" rtl="0">
              <a:spcBef>
                <a:spcPts val="0"/>
              </a:spcBef>
              <a:spcAft>
                <a:spcPts val="0"/>
              </a:spcAft>
              <a:buClr>
                <a:schemeClr val="lt1"/>
              </a:buClr>
              <a:buSzPts val="3500"/>
              <a:buNone/>
              <a:defRPr>
                <a:solidFill>
                  <a:schemeClr val="lt1"/>
                </a:solidFill>
              </a:defRPr>
            </a:lvl7pPr>
            <a:lvl8pPr lvl="7" algn="ctr" rtl="0">
              <a:spcBef>
                <a:spcPts val="0"/>
              </a:spcBef>
              <a:spcAft>
                <a:spcPts val="0"/>
              </a:spcAft>
              <a:buClr>
                <a:schemeClr val="lt1"/>
              </a:buClr>
              <a:buSzPts val="3500"/>
              <a:buNone/>
              <a:defRPr>
                <a:solidFill>
                  <a:schemeClr val="lt1"/>
                </a:solidFill>
              </a:defRPr>
            </a:lvl8pPr>
            <a:lvl9pPr lvl="8" algn="ctr" rtl="0">
              <a:spcBef>
                <a:spcPts val="0"/>
              </a:spcBef>
              <a:spcAft>
                <a:spcPts val="0"/>
              </a:spcAft>
              <a:buClr>
                <a:schemeClr val="lt1"/>
              </a:buClr>
              <a:buSzPts val="3500"/>
              <a:buNone/>
              <a:defRPr>
                <a:solidFill>
                  <a:schemeClr val="lt1"/>
                </a:solidFill>
              </a:defRPr>
            </a:lvl9pPr>
          </a:lstStyle>
          <a:p>
            <a:endParaRPr/>
          </a:p>
        </p:txBody>
      </p:sp>
      <p:grpSp>
        <p:nvGrpSpPr>
          <p:cNvPr id="222" name="Google Shape;222;p19"/>
          <p:cNvGrpSpPr/>
          <p:nvPr/>
        </p:nvGrpSpPr>
        <p:grpSpPr>
          <a:xfrm>
            <a:off x="-8650" y="50"/>
            <a:ext cx="9163850" cy="5136000"/>
            <a:chOff x="-8650" y="50"/>
            <a:chExt cx="9163850" cy="5136000"/>
          </a:xfrm>
        </p:grpSpPr>
        <p:cxnSp>
          <p:nvCxnSpPr>
            <p:cNvPr id="223" name="Google Shape;223;p19"/>
            <p:cNvCxnSpPr/>
            <p:nvPr/>
          </p:nvCxnSpPr>
          <p:spPr>
            <a:xfrm>
              <a:off x="-5900" y="3105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224" name="Google Shape;224;p19"/>
            <p:cNvCxnSpPr/>
            <p:nvPr/>
          </p:nvCxnSpPr>
          <p:spPr>
            <a:xfrm>
              <a:off x="-8650" y="48282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225" name="Google Shape;225;p19"/>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226" name="Google Shape;226;p19"/>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227" name="Google Shape;227;p19"/>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228" name="Google Shape;228;p19"/>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
        <p:nvSpPr>
          <p:cNvPr id="229" name="Google Shape;229;p19"/>
          <p:cNvSpPr/>
          <p:nvPr/>
        </p:nvSpPr>
        <p:spPr>
          <a:xfrm>
            <a:off x="8739938" y="441431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9"/>
          <p:cNvSpPr/>
          <p:nvPr/>
        </p:nvSpPr>
        <p:spPr>
          <a:xfrm>
            <a:off x="218988" y="5475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2">
  <p:cSld name="CUSTOM_14_1_1">
    <p:spTree>
      <p:nvGrpSpPr>
        <p:cNvPr id="1" name="Shape 244"/>
        <p:cNvGrpSpPr/>
        <p:nvPr/>
      </p:nvGrpSpPr>
      <p:grpSpPr>
        <a:xfrm>
          <a:off x="0" y="0"/>
          <a:ext cx="0" cy="0"/>
          <a:chOff x="0" y="0"/>
          <a:chExt cx="0" cy="0"/>
        </a:xfrm>
      </p:grpSpPr>
      <p:sp>
        <p:nvSpPr>
          <p:cNvPr id="245" name="Google Shape;245;p21"/>
          <p:cNvSpPr txBox="1">
            <a:spLocks noGrp="1"/>
          </p:cNvSpPr>
          <p:nvPr>
            <p:ph type="title"/>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46" name="Google Shape;246;p21"/>
          <p:cNvSpPr txBox="1">
            <a:spLocks noGrp="1"/>
          </p:cNvSpPr>
          <p:nvPr>
            <p:ph type="subTitle" idx="1"/>
          </p:nvPr>
        </p:nvSpPr>
        <p:spPr>
          <a:xfrm>
            <a:off x="3097202" y="1557471"/>
            <a:ext cx="38550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47" name="Google Shape;247;p21"/>
          <p:cNvSpPr txBox="1">
            <a:spLocks noGrp="1"/>
          </p:cNvSpPr>
          <p:nvPr>
            <p:ph type="subTitle" idx="2"/>
          </p:nvPr>
        </p:nvSpPr>
        <p:spPr>
          <a:xfrm>
            <a:off x="3097202" y="2627421"/>
            <a:ext cx="38550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48" name="Google Shape;248;p21"/>
          <p:cNvSpPr txBox="1">
            <a:spLocks noGrp="1"/>
          </p:cNvSpPr>
          <p:nvPr>
            <p:ph type="subTitle" idx="3"/>
          </p:nvPr>
        </p:nvSpPr>
        <p:spPr>
          <a:xfrm>
            <a:off x="3097202" y="3700365"/>
            <a:ext cx="38550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49" name="Google Shape;249;p21"/>
          <p:cNvSpPr txBox="1">
            <a:spLocks noGrp="1"/>
          </p:cNvSpPr>
          <p:nvPr>
            <p:ph type="title" idx="4"/>
          </p:nvPr>
        </p:nvSpPr>
        <p:spPr>
          <a:xfrm>
            <a:off x="3097202" y="1344028"/>
            <a:ext cx="38610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3000"/>
              <a:buNone/>
              <a:defRPr sz="2000" b="0">
                <a:solidFill>
                  <a:schemeClr val="lt1"/>
                </a:solidFill>
              </a:defRPr>
            </a:lvl1pPr>
            <a:lvl2pPr lvl="1" algn="ctr" rtl="0">
              <a:spcBef>
                <a:spcPts val="0"/>
              </a:spcBef>
              <a:spcAft>
                <a:spcPts val="0"/>
              </a:spcAft>
              <a:buClr>
                <a:schemeClr val="lt1"/>
              </a:buClr>
              <a:buSzPts val="3500"/>
              <a:buNone/>
              <a:defRPr>
                <a:solidFill>
                  <a:schemeClr val="lt1"/>
                </a:solidFill>
              </a:defRPr>
            </a:lvl2pPr>
            <a:lvl3pPr lvl="2" algn="ctr" rtl="0">
              <a:spcBef>
                <a:spcPts val="0"/>
              </a:spcBef>
              <a:spcAft>
                <a:spcPts val="0"/>
              </a:spcAft>
              <a:buClr>
                <a:schemeClr val="lt1"/>
              </a:buClr>
              <a:buSzPts val="3500"/>
              <a:buNone/>
              <a:defRPr>
                <a:solidFill>
                  <a:schemeClr val="lt1"/>
                </a:solidFill>
              </a:defRPr>
            </a:lvl3pPr>
            <a:lvl4pPr lvl="3" algn="ctr" rtl="0">
              <a:spcBef>
                <a:spcPts val="0"/>
              </a:spcBef>
              <a:spcAft>
                <a:spcPts val="0"/>
              </a:spcAft>
              <a:buClr>
                <a:schemeClr val="lt1"/>
              </a:buClr>
              <a:buSzPts val="3500"/>
              <a:buNone/>
              <a:defRPr>
                <a:solidFill>
                  <a:schemeClr val="lt1"/>
                </a:solidFill>
              </a:defRPr>
            </a:lvl4pPr>
            <a:lvl5pPr lvl="4" algn="ctr" rtl="0">
              <a:spcBef>
                <a:spcPts val="0"/>
              </a:spcBef>
              <a:spcAft>
                <a:spcPts val="0"/>
              </a:spcAft>
              <a:buClr>
                <a:schemeClr val="lt1"/>
              </a:buClr>
              <a:buSzPts val="3500"/>
              <a:buNone/>
              <a:defRPr>
                <a:solidFill>
                  <a:schemeClr val="lt1"/>
                </a:solidFill>
              </a:defRPr>
            </a:lvl5pPr>
            <a:lvl6pPr lvl="5" algn="ctr" rtl="0">
              <a:spcBef>
                <a:spcPts val="0"/>
              </a:spcBef>
              <a:spcAft>
                <a:spcPts val="0"/>
              </a:spcAft>
              <a:buClr>
                <a:schemeClr val="lt1"/>
              </a:buClr>
              <a:buSzPts val="3500"/>
              <a:buNone/>
              <a:defRPr>
                <a:solidFill>
                  <a:schemeClr val="lt1"/>
                </a:solidFill>
              </a:defRPr>
            </a:lvl6pPr>
            <a:lvl7pPr lvl="6" algn="ctr" rtl="0">
              <a:spcBef>
                <a:spcPts val="0"/>
              </a:spcBef>
              <a:spcAft>
                <a:spcPts val="0"/>
              </a:spcAft>
              <a:buClr>
                <a:schemeClr val="lt1"/>
              </a:buClr>
              <a:buSzPts val="3500"/>
              <a:buNone/>
              <a:defRPr>
                <a:solidFill>
                  <a:schemeClr val="lt1"/>
                </a:solidFill>
              </a:defRPr>
            </a:lvl7pPr>
            <a:lvl8pPr lvl="7" algn="ctr" rtl="0">
              <a:spcBef>
                <a:spcPts val="0"/>
              </a:spcBef>
              <a:spcAft>
                <a:spcPts val="0"/>
              </a:spcAft>
              <a:buClr>
                <a:schemeClr val="lt1"/>
              </a:buClr>
              <a:buSzPts val="3500"/>
              <a:buNone/>
              <a:defRPr>
                <a:solidFill>
                  <a:schemeClr val="lt1"/>
                </a:solidFill>
              </a:defRPr>
            </a:lvl8pPr>
            <a:lvl9pPr lvl="8" algn="ctr" rtl="0">
              <a:spcBef>
                <a:spcPts val="0"/>
              </a:spcBef>
              <a:spcAft>
                <a:spcPts val="0"/>
              </a:spcAft>
              <a:buClr>
                <a:schemeClr val="lt1"/>
              </a:buClr>
              <a:buSzPts val="3500"/>
              <a:buNone/>
              <a:defRPr>
                <a:solidFill>
                  <a:schemeClr val="lt1"/>
                </a:solidFill>
              </a:defRPr>
            </a:lvl9pPr>
          </a:lstStyle>
          <a:p>
            <a:endParaRPr/>
          </a:p>
        </p:txBody>
      </p:sp>
      <p:sp>
        <p:nvSpPr>
          <p:cNvPr id="250" name="Google Shape;250;p21"/>
          <p:cNvSpPr txBox="1">
            <a:spLocks noGrp="1"/>
          </p:cNvSpPr>
          <p:nvPr>
            <p:ph type="title" idx="5"/>
          </p:nvPr>
        </p:nvSpPr>
        <p:spPr>
          <a:xfrm>
            <a:off x="3097202" y="2413978"/>
            <a:ext cx="38610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3000"/>
              <a:buNone/>
              <a:defRPr sz="2000" b="0">
                <a:solidFill>
                  <a:schemeClr val="lt1"/>
                </a:solidFill>
              </a:defRPr>
            </a:lvl1pPr>
            <a:lvl2pPr lvl="1" algn="ctr" rtl="0">
              <a:spcBef>
                <a:spcPts val="0"/>
              </a:spcBef>
              <a:spcAft>
                <a:spcPts val="0"/>
              </a:spcAft>
              <a:buClr>
                <a:schemeClr val="lt1"/>
              </a:buClr>
              <a:buSzPts val="3500"/>
              <a:buNone/>
              <a:defRPr>
                <a:solidFill>
                  <a:schemeClr val="lt1"/>
                </a:solidFill>
              </a:defRPr>
            </a:lvl2pPr>
            <a:lvl3pPr lvl="2" algn="ctr" rtl="0">
              <a:spcBef>
                <a:spcPts val="0"/>
              </a:spcBef>
              <a:spcAft>
                <a:spcPts val="0"/>
              </a:spcAft>
              <a:buClr>
                <a:schemeClr val="lt1"/>
              </a:buClr>
              <a:buSzPts val="3500"/>
              <a:buNone/>
              <a:defRPr>
                <a:solidFill>
                  <a:schemeClr val="lt1"/>
                </a:solidFill>
              </a:defRPr>
            </a:lvl3pPr>
            <a:lvl4pPr lvl="3" algn="ctr" rtl="0">
              <a:spcBef>
                <a:spcPts val="0"/>
              </a:spcBef>
              <a:spcAft>
                <a:spcPts val="0"/>
              </a:spcAft>
              <a:buClr>
                <a:schemeClr val="lt1"/>
              </a:buClr>
              <a:buSzPts val="3500"/>
              <a:buNone/>
              <a:defRPr>
                <a:solidFill>
                  <a:schemeClr val="lt1"/>
                </a:solidFill>
              </a:defRPr>
            </a:lvl4pPr>
            <a:lvl5pPr lvl="4" algn="ctr" rtl="0">
              <a:spcBef>
                <a:spcPts val="0"/>
              </a:spcBef>
              <a:spcAft>
                <a:spcPts val="0"/>
              </a:spcAft>
              <a:buClr>
                <a:schemeClr val="lt1"/>
              </a:buClr>
              <a:buSzPts val="3500"/>
              <a:buNone/>
              <a:defRPr>
                <a:solidFill>
                  <a:schemeClr val="lt1"/>
                </a:solidFill>
              </a:defRPr>
            </a:lvl5pPr>
            <a:lvl6pPr lvl="5" algn="ctr" rtl="0">
              <a:spcBef>
                <a:spcPts val="0"/>
              </a:spcBef>
              <a:spcAft>
                <a:spcPts val="0"/>
              </a:spcAft>
              <a:buClr>
                <a:schemeClr val="lt1"/>
              </a:buClr>
              <a:buSzPts val="3500"/>
              <a:buNone/>
              <a:defRPr>
                <a:solidFill>
                  <a:schemeClr val="lt1"/>
                </a:solidFill>
              </a:defRPr>
            </a:lvl6pPr>
            <a:lvl7pPr lvl="6" algn="ctr" rtl="0">
              <a:spcBef>
                <a:spcPts val="0"/>
              </a:spcBef>
              <a:spcAft>
                <a:spcPts val="0"/>
              </a:spcAft>
              <a:buClr>
                <a:schemeClr val="lt1"/>
              </a:buClr>
              <a:buSzPts val="3500"/>
              <a:buNone/>
              <a:defRPr>
                <a:solidFill>
                  <a:schemeClr val="lt1"/>
                </a:solidFill>
              </a:defRPr>
            </a:lvl7pPr>
            <a:lvl8pPr lvl="7" algn="ctr" rtl="0">
              <a:spcBef>
                <a:spcPts val="0"/>
              </a:spcBef>
              <a:spcAft>
                <a:spcPts val="0"/>
              </a:spcAft>
              <a:buClr>
                <a:schemeClr val="lt1"/>
              </a:buClr>
              <a:buSzPts val="3500"/>
              <a:buNone/>
              <a:defRPr>
                <a:solidFill>
                  <a:schemeClr val="lt1"/>
                </a:solidFill>
              </a:defRPr>
            </a:lvl8pPr>
            <a:lvl9pPr lvl="8" algn="ctr" rtl="0">
              <a:spcBef>
                <a:spcPts val="0"/>
              </a:spcBef>
              <a:spcAft>
                <a:spcPts val="0"/>
              </a:spcAft>
              <a:buClr>
                <a:schemeClr val="lt1"/>
              </a:buClr>
              <a:buSzPts val="3500"/>
              <a:buNone/>
              <a:defRPr>
                <a:solidFill>
                  <a:schemeClr val="lt1"/>
                </a:solidFill>
              </a:defRPr>
            </a:lvl9pPr>
          </a:lstStyle>
          <a:p>
            <a:endParaRPr/>
          </a:p>
        </p:txBody>
      </p:sp>
      <p:sp>
        <p:nvSpPr>
          <p:cNvPr id="251" name="Google Shape;251;p21"/>
          <p:cNvSpPr txBox="1">
            <a:spLocks noGrp="1"/>
          </p:cNvSpPr>
          <p:nvPr>
            <p:ph type="title" idx="6"/>
          </p:nvPr>
        </p:nvSpPr>
        <p:spPr>
          <a:xfrm>
            <a:off x="3097202" y="3486922"/>
            <a:ext cx="38610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3000"/>
              <a:buNone/>
              <a:defRPr sz="2000" b="0">
                <a:solidFill>
                  <a:schemeClr val="lt1"/>
                </a:solidFill>
              </a:defRPr>
            </a:lvl1pPr>
            <a:lvl2pPr lvl="1" algn="ctr" rtl="0">
              <a:spcBef>
                <a:spcPts val="0"/>
              </a:spcBef>
              <a:spcAft>
                <a:spcPts val="0"/>
              </a:spcAft>
              <a:buClr>
                <a:schemeClr val="lt1"/>
              </a:buClr>
              <a:buSzPts val="3500"/>
              <a:buNone/>
              <a:defRPr>
                <a:solidFill>
                  <a:schemeClr val="lt1"/>
                </a:solidFill>
              </a:defRPr>
            </a:lvl2pPr>
            <a:lvl3pPr lvl="2" algn="ctr" rtl="0">
              <a:spcBef>
                <a:spcPts val="0"/>
              </a:spcBef>
              <a:spcAft>
                <a:spcPts val="0"/>
              </a:spcAft>
              <a:buClr>
                <a:schemeClr val="lt1"/>
              </a:buClr>
              <a:buSzPts val="3500"/>
              <a:buNone/>
              <a:defRPr>
                <a:solidFill>
                  <a:schemeClr val="lt1"/>
                </a:solidFill>
              </a:defRPr>
            </a:lvl3pPr>
            <a:lvl4pPr lvl="3" algn="ctr" rtl="0">
              <a:spcBef>
                <a:spcPts val="0"/>
              </a:spcBef>
              <a:spcAft>
                <a:spcPts val="0"/>
              </a:spcAft>
              <a:buClr>
                <a:schemeClr val="lt1"/>
              </a:buClr>
              <a:buSzPts val="3500"/>
              <a:buNone/>
              <a:defRPr>
                <a:solidFill>
                  <a:schemeClr val="lt1"/>
                </a:solidFill>
              </a:defRPr>
            </a:lvl4pPr>
            <a:lvl5pPr lvl="4" algn="ctr" rtl="0">
              <a:spcBef>
                <a:spcPts val="0"/>
              </a:spcBef>
              <a:spcAft>
                <a:spcPts val="0"/>
              </a:spcAft>
              <a:buClr>
                <a:schemeClr val="lt1"/>
              </a:buClr>
              <a:buSzPts val="3500"/>
              <a:buNone/>
              <a:defRPr>
                <a:solidFill>
                  <a:schemeClr val="lt1"/>
                </a:solidFill>
              </a:defRPr>
            </a:lvl5pPr>
            <a:lvl6pPr lvl="5" algn="ctr" rtl="0">
              <a:spcBef>
                <a:spcPts val="0"/>
              </a:spcBef>
              <a:spcAft>
                <a:spcPts val="0"/>
              </a:spcAft>
              <a:buClr>
                <a:schemeClr val="lt1"/>
              </a:buClr>
              <a:buSzPts val="3500"/>
              <a:buNone/>
              <a:defRPr>
                <a:solidFill>
                  <a:schemeClr val="lt1"/>
                </a:solidFill>
              </a:defRPr>
            </a:lvl6pPr>
            <a:lvl7pPr lvl="6" algn="ctr" rtl="0">
              <a:spcBef>
                <a:spcPts val="0"/>
              </a:spcBef>
              <a:spcAft>
                <a:spcPts val="0"/>
              </a:spcAft>
              <a:buClr>
                <a:schemeClr val="lt1"/>
              </a:buClr>
              <a:buSzPts val="3500"/>
              <a:buNone/>
              <a:defRPr>
                <a:solidFill>
                  <a:schemeClr val="lt1"/>
                </a:solidFill>
              </a:defRPr>
            </a:lvl7pPr>
            <a:lvl8pPr lvl="7" algn="ctr" rtl="0">
              <a:spcBef>
                <a:spcPts val="0"/>
              </a:spcBef>
              <a:spcAft>
                <a:spcPts val="0"/>
              </a:spcAft>
              <a:buClr>
                <a:schemeClr val="lt1"/>
              </a:buClr>
              <a:buSzPts val="3500"/>
              <a:buNone/>
              <a:defRPr>
                <a:solidFill>
                  <a:schemeClr val="lt1"/>
                </a:solidFill>
              </a:defRPr>
            </a:lvl8pPr>
            <a:lvl9pPr lvl="8" algn="ctr" rtl="0">
              <a:spcBef>
                <a:spcPts val="0"/>
              </a:spcBef>
              <a:spcAft>
                <a:spcPts val="0"/>
              </a:spcAft>
              <a:buClr>
                <a:schemeClr val="lt1"/>
              </a:buClr>
              <a:buSzPts val="3500"/>
              <a:buNone/>
              <a:defRPr>
                <a:solidFill>
                  <a:schemeClr val="lt1"/>
                </a:solidFill>
              </a:defRPr>
            </a:lvl9pPr>
          </a:lstStyle>
          <a:p>
            <a:endParaRPr/>
          </a:p>
        </p:txBody>
      </p:sp>
      <p:grpSp>
        <p:nvGrpSpPr>
          <p:cNvPr id="252" name="Google Shape;252;p21"/>
          <p:cNvGrpSpPr/>
          <p:nvPr/>
        </p:nvGrpSpPr>
        <p:grpSpPr>
          <a:xfrm flipH="1">
            <a:off x="-8650" y="50"/>
            <a:ext cx="9163850" cy="5136000"/>
            <a:chOff x="-8650" y="50"/>
            <a:chExt cx="9163850" cy="5136000"/>
          </a:xfrm>
        </p:grpSpPr>
        <p:cxnSp>
          <p:nvCxnSpPr>
            <p:cNvPr id="253" name="Google Shape;253;p21"/>
            <p:cNvCxnSpPr/>
            <p:nvPr/>
          </p:nvCxnSpPr>
          <p:spPr>
            <a:xfrm>
              <a:off x="-5900" y="3105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254" name="Google Shape;254;p21"/>
            <p:cNvCxnSpPr/>
            <p:nvPr/>
          </p:nvCxnSpPr>
          <p:spPr>
            <a:xfrm>
              <a:off x="-8650" y="48282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255" name="Google Shape;255;p21"/>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256" name="Google Shape;256;p21"/>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257" name="Google Shape;257;p21"/>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258" name="Google Shape;258;p21"/>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
        <p:nvSpPr>
          <p:cNvPr id="259" name="Google Shape;259;p21"/>
          <p:cNvSpPr/>
          <p:nvPr/>
        </p:nvSpPr>
        <p:spPr>
          <a:xfrm>
            <a:off x="205900" y="44152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1"/>
          <p:cNvSpPr/>
          <p:nvPr/>
        </p:nvSpPr>
        <p:spPr>
          <a:xfrm>
            <a:off x="8753000" y="54316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61"/>
        <p:cNvGrpSpPr/>
        <p:nvPr/>
      </p:nvGrpSpPr>
      <p:grpSpPr>
        <a:xfrm>
          <a:off x="0" y="0"/>
          <a:ext cx="0" cy="0"/>
          <a:chOff x="0" y="0"/>
          <a:chExt cx="0" cy="0"/>
        </a:xfrm>
      </p:grpSpPr>
      <p:sp>
        <p:nvSpPr>
          <p:cNvPr id="262" name="Google Shape;262;p22"/>
          <p:cNvSpPr txBox="1">
            <a:spLocks noGrp="1"/>
          </p:cNvSpPr>
          <p:nvPr>
            <p:ph type="title"/>
          </p:nvPr>
        </p:nvSpPr>
        <p:spPr>
          <a:xfrm>
            <a:off x="2327678" y="1603407"/>
            <a:ext cx="19782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263" name="Google Shape;263;p22"/>
          <p:cNvSpPr txBox="1">
            <a:spLocks noGrp="1"/>
          </p:cNvSpPr>
          <p:nvPr>
            <p:ph type="subTitle" idx="1"/>
          </p:nvPr>
        </p:nvSpPr>
        <p:spPr>
          <a:xfrm>
            <a:off x="2327678" y="1814827"/>
            <a:ext cx="19782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4" name="Google Shape;264;p22"/>
          <p:cNvSpPr txBox="1">
            <a:spLocks noGrp="1"/>
          </p:cNvSpPr>
          <p:nvPr>
            <p:ph type="title" idx="2"/>
          </p:nvPr>
        </p:nvSpPr>
        <p:spPr>
          <a:xfrm>
            <a:off x="5683559" y="1603407"/>
            <a:ext cx="19782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265" name="Google Shape;265;p22"/>
          <p:cNvSpPr txBox="1">
            <a:spLocks noGrp="1"/>
          </p:cNvSpPr>
          <p:nvPr>
            <p:ph type="subTitle" idx="3"/>
          </p:nvPr>
        </p:nvSpPr>
        <p:spPr>
          <a:xfrm>
            <a:off x="5683559" y="1814827"/>
            <a:ext cx="19782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6" name="Google Shape;266;p22"/>
          <p:cNvSpPr txBox="1">
            <a:spLocks noGrp="1"/>
          </p:cNvSpPr>
          <p:nvPr>
            <p:ph type="title" idx="4"/>
          </p:nvPr>
        </p:nvSpPr>
        <p:spPr>
          <a:xfrm>
            <a:off x="2327678" y="3128659"/>
            <a:ext cx="19752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267" name="Google Shape;267;p22"/>
          <p:cNvSpPr txBox="1">
            <a:spLocks noGrp="1"/>
          </p:cNvSpPr>
          <p:nvPr>
            <p:ph type="subTitle" idx="5"/>
          </p:nvPr>
        </p:nvSpPr>
        <p:spPr>
          <a:xfrm>
            <a:off x="2327678" y="3340079"/>
            <a:ext cx="19782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8" name="Google Shape;268;p22"/>
          <p:cNvSpPr txBox="1">
            <a:spLocks noGrp="1"/>
          </p:cNvSpPr>
          <p:nvPr>
            <p:ph type="title" idx="6"/>
          </p:nvPr>
        </p:nvSpPr>
        <p:spPr>
          <a:xfrm>
            <a:off x="5683559" y="3128659"/>
            <a:ext cx="19782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269" name="Google Shape;269;p22"/>
          <p:cNvSpPr txBox="1">
            <a:spLocks noGrp="1"/>
          </p:cNvSpPr>
          <p:nvPr>
            <p:ph type="subTitle" idx="7"/>
          </p:nvPr>
        </p:nvSpPr>
        <p:spPr>
          <a:xfrm>
            <a:off x="5683559" y="3340079"/>
            <a:ext cx="19782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0" name="Google Shape;270;p22"/>
          <p:cNvSpPr txBox="1">
            <a:spLocks noGrp="1"/>
          </p:cNvSpPr>
          <p:nvPr>
            <p:ph type="title" idx="8"/>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71" name="Google Shape;271;p22"/>
          <p:cNvSpPr/>
          <p:nvPr/>
        </p:nvSpPr>
        <p:spPr>
          <a:xfrm>
            <a:off x="8744000" y="441431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2"/>
          <p:cNvSpPr/>
          <p:nvPr/>
        </p:nvSpPr>
        <p:spPr>
          <a:xfrm>
            <a:off x="214900" y="5475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3" name="Google Shape;273;p22"/>
          <p:cNvGrpSpPr/>
          <p:nvPr/>
        </p:nvGrpSpPr>
        <p:grpSpPr>
          <a:xfrm>
            <a:off x="-8650" y="50"/>
            <a:ext cx="9163850" cy="5136000"/>
            <a:chOff x="-8650" y="50"/>
            <a:chExt cx="9163850" cy="5136000"/>
          </a:xfrm>
        </p:grpSpPr>
        <p:cxnSp>
          <p:nvCxnSpPr>
            <p:cNvPr id="274" name="Google Shape;274;p22"/>
            <p:cNvCxnSpPr/>
            <p:nvPr/>
          </p:nvCxnSpPr>
          <p:spPr>
            <a:xfrm>
              <a:off x="-5900" y="3105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275" name="Google Shape;275;p22"/>
            <p:cNvCxnSpPr/>
            <p:nvPr/>
          </p:nvCxnSpPr>
          <p:spPr>
            <a:xfrm>
              <a:off x="-8650" y="48282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276" name="Google Shape;276;p22"/>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277" name="Google Shape;277;p22"/>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278" name="Google Shape;278;p22"/>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279" name="Google Shape;279;p22"/>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280"/>
        <p:cNvGrpSpPr/>
        <p:nvPr/>
      </p:nvGrpSpPr>
      <p:grpSpPr>
        <a:xfrm>
          <a:off x="0" y="0"/>
          <a:ext cx="0" cy="0"/>
          <a:chOff x="0" y="0"/>
          <a:chExt cx="0" cy="0"/>
        </a:xfrm>
      </p:grpSpPr>
      <p:sp>
        <p:nvSpPr>
          <p:cNvPr id="281" name="Google Shape;281;p23"/>
          <p:cNvSpPr txBox="1">
            <a:spLocks noGrp="1"/>
          </p:cNvSpPr>
          <p:nvPr>
            <p:ph type="title"/>
          </p:nvPr>
        </p:nvSpPr>
        <p:spPr>
          <a:xfrm>
            <a:off x="2262479" y="1222775"/>
            <a:ext cx="22245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282" name="Google Shape;282;p23"/>
          <p:cNvSpPr txBox="1">
            <a:spLocks noGrp="1"/>
          </p:cNvSpPr>
          <p:nvPr>
            <p:ph type="subTitle" idx="1"/>
          </p:nvPr>
        </p:nvSpPr>
        <p:spPr>
          <a:xfrm>
            <a:off x="2262479" y="1431814"/>
            <a:ext cx="22245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3" name="Google Shape;283;p23"/>
          <p:cNvSpPr txBox="1">
            <a:spLocks noGrp="1"/>
          </p:cNvSpPr>
          <p:nvPr>
            <p:ph type="title" idx="2"/>
          </p:nvPr>
        </p:nvSpPr>
        <p:spPr>
          <a:xfrm>
            <a:off x="5819098" y="1222775"/>
            <a:ext cx="22245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284" name="Google Shape;284;p23"/>
          <p:cNvSpPr txBox="1">
            <a:spLocks noGrp="1"/>
          </p:cNvSpPr>
          <p:nvPr>
            <p:ph type="subTitle" idx="3"/>
          </p:nvPr>
        </p:nvSpPr>
        <p:spPr>
          <a:xfrm>
            <a:off x="5819098" y="1431814"/>
            <a:ext cx="22245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5" name="Google Shape;285;p23"/>
          <p:cNvSpPr txBox="1">
            <a:spLocks noGrp="1"/>
          </p:cNvSpPr>
          <p:nvPr>
            <p:ph type="title" idx="4"/>
          </p:nvPr>
        </p:nvSpPr>
        <p:spPr>
          <a:xfrm>
            <a:off x="2262479" y="2395108"/>
            <a:ext cx="22245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286" name="Google Shape;286;p23"/>
          <p:cNvSpPr txBox="1">
            <a:spLocks noGrp="1"/>
          </p:cNvSpPr>
          <p:nvPr>
            <p:ph type="subTitle" idx="5"/>
          </p:nvPr>
        </p:nvSpPr>
        <p:spPr>
          <a:xfrm>
            <a:off x="2262479" y="2604147"/>
            <a:ext cx="22245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7" name="Google Shape;287;p23"/>
          <p:cNvSpPr txBox="1">
            <a:spLocks noGrp="1"/>
          </p:cNvSpPr>
          <p:nvPr>
            <p:ph type="title" idx="6"/>
          </p:nvPr>
        </p:nvSpPr>
        <p:spPr>
          <a:xfrm>
            <a:off x="5819098" y="2395108"/>
            <a:ext cx="22245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288" name="Google Shape;288;p23"/>
          <p:cNvSpPr txBox="1">
            <a:spLocks noGrp="1"/>
          </p:cNvSpPr>
          <p:nvPr>
            <p:ph type="subTitle" idx="7"/>
          </p:nvPr>
        </p:nvSpPr>
        <p:spPr>
          <a:xfrm>
            <a:off x="5819098" y="2604147"/>
            <a:ext cx="22245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9" name="Google Shape;289;p23"/>
          <p:cNvSpPr txBox="1">
            <a:spLocks noGrp="1"/>
          </p:cNvSpPr>
          <p:nvPr>
            <p:ph type="title" idx="8"/>
          </p:nvPr>
        </p:nvSpPr>
        <p:spPr>
          <a:xfrm>
            <a:off x="5819098" y="3574686"/>
            <a:ext cx="22245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290" name="Google Shape;290;p23"/>
          <p:cNvSpPr txBox="1">
            <a:spLocks noGrp="1"/>
          </p:cNvSpPr>
          <p:nvPr>
            <p:ph type="subTitle" idx="9"/>
          </p:nvPr>
        </p:nvSpPr>
        <p:spPr>
          <a:xfrm>
            <a:off x="5819098" y="3783725"/>
            <a:ext cx="22245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1" name="Google Shape;291;p23"/>
          <p:cNvSpPr txBox="1">
            <a:spLocks noGrp="1"/>
          </p:cNvSpPr>
          <p:nvPr>
            <p:ph type="title" idx="13"/>
          </p:nvPr>
        </p:nvSpPr>
        <p:spPr>
          <a:xfrm>
            <a:off x="2262479" y="3574686"/>
            <a:ext cx="2224500" cy="365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None/>
              <a:defRPr sz="2000" b="0">
                <a:solidFill>
                  <a:schemeClr val="lt1"/>
                </a:solidFill>
              </a:defRPr>
            </a:lvl1pPr>
            <a:lvl2pPr lvl="1" algn="ctr" rtl="0">
              <a:spcBef>
                <a:spcPts val="0"/>
              </a:spcBef>
              <a:spcAft>
                <a:spcPts val="0"/>
              </a:spcAft>
              <a:buClr>
                <a:schemeClr val="lt1"/>
              </a:buClr>
              <a:buSzPts val="2500"/>
              <a:buNone/>
              <a:defRPr sz="2500">
                <a:solidFill>
                  <a:schemeClr val="lt1"/>
                </a:solidFill>
              </a:defRPr>
            </a:lvl2pPr>
            <a:lvl3pPr lvl="2" algn="ctr" rtl="0">
              <a:spcBef>
                <a:spcPts val="0"/>
              </a:spcBef>
              <a:spcAft>
                <a:spcPts val="0"/>
              </a:spcAft>
              <a:buClr>
                <a:schemeClr val="lt1"/>
              </a:buClr>
              <a:buSzPts val="2500"/>
              <a:buNone/>
              <a:defRPr sz="2500">
                <a:solidFill>
                  <a:schemeClr val="lt1"/>
                </a:solidFill>
              </a:defRPr>
            </a:lvl3pPr>
            <a:lvl4pPr lvl="3" algn="ctr" rtl="0">
              <a:spcBef>
                <a:spcPts val="0"/>
              </a:spcBef>
              <a:spcAft>
                <a:spcPts val="0"/>
              </a:spcAft>
              <a:buClr>
                <a:schemeClr val="lt1"/>
              </a:buClr>
              <a:buSzPts val="2500"/>
              <a:buNone/>
              <a:defRPr sz="2500">
                <a:solidFill>
                  <a:schemeClr val="lt1"/>
                </a:solidFill>
              </a:defRPr>
            </a:lvl4pPr>
            <a:lvl5pPr lvl="4" algn="ctr" rtl="0">
              <a:spcBef>
                <a:spcPts val="0"/>
              </a:spcBef>
              <a:spcAft>
                <a:spcPts val="0"/>
              </a:spcAft>
              <a:buClr>
                <a:schemeClr val="lt1"/>
              </a:buClr>
              <a:buSzPts val="2500"/>
              <a:buNone/>
              <a:defRPr sz="2500">
                <a:solidFill>
                  <a:schemeClr val="lt1"/>
                </a:solidFill>
              </a:defRPr>
            </a:lvl5pPr>
            <a:lvl6pPr lvl="5" algn="ctr" rtl="0">
              <a:spcBef>
                <a:spcPts val="0"/>
              </a:spcBef>
              <a:spcAft>
                <a:spcPts val="0"/>
              </a:spcAft>
              <a:buClr>
                <a:schemeClr val="lt1"/>
              </a:buClr>
              <a:buSzPts val="2500"/>
              <a:buNone/>
              <a:defRPr sz="2500">
                <a:solidFill>
                  <a:schemeClr val="lt1"/>
                </a:solidFill>
              </a:defRPr>
            </a:lvl6pPr>
            <a:lvl7pPr lvl="6" algn="ctr" rtl="0">
              <a:spcBef>
                <a:spcPts val="0"/>
              </a:spcBef>
              <a:spcAft>
                <a:spcPts val="0"/>
              </a:spcAft>
              <a:buClr>
                <a:schemeClr val="lt1"/>
              </a:buClr>
              <a:buSzPts val="2500"/>
              <a:buNone/>
              <a:defRPr sz="2500">
                <a:solidFill>
                  <a:schemeClr val="lt1"/>
                </a:solidFill>
              </a:defRPr>
            </a:lvl7pPr>
            <a:lvl8pPr lvl="7" algn="ctr" rtl="0">
              <a:spcBef>
                <a:spcPts val="0"/>
              </a:spcBef>
              <a:spcAft>
                <a:spcPts val="0"/>
              </a:spcAft>
              <a:buClr>
                <a:schemeClr val="lt1"/>
              </a:buClr>
              <a:buSzPts val="2500"/>
              <a:buNone/>
              <a:defRPr sz="2500">
                <a:solidFill>
                  <a:schemeClr val="lt1"/>
                </a:solidFill>
              </a:defRPr>
            </a:lvl8pPr>
            <a:lvl9pPr lvl="8" algn="ctr" rtl="0">
              <a:spcBef>
                <a:spcPts val="0"/>
              </a:spcBef>
              <a:spcAft>
                <a:spcPts val="0"/>
              </a:spcAft>
              <a:buClr>
                <a:schemeClr val="lt1"/>
              </a:buClr>
              <a:buSzPts val="2500"/>
              <a:buNone/>
              <a:defRPr sz="2500">
                <a:solidFill>
                  <a:schemeClr val="lt1"/>
                </a:solidFill>
              </a:defRPr>
            </a:lvl9pPr>
          </a:lstStyle>
          <a:p>
            <a:endParaRPr/>
          </a:p>
        </p:txBody>
      </p:sp>
      <p:sp>
        <p:nvSpPr>
          <p:cNvPr id="292" name="Google Shape;292;p23"/>
          <p:cNvSpPr txBox="1">
            <a:spLocks noGrp="1"/>
          </p:cNvSpPr>
          <p:nvPr>
            <p:ph type="subTitle" idx="14"/>
          </p:nvPr>
        </p:nvSpPr>
        <p:spPr>
          <a:xfrm>
            <a:off x="2262479" y="3783725"/>
            <a:ext cx="22245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3" name="Google Shape;293;p23"/>
          <p:cNvSpPr txBox="1">
            <a:spLocks noGrp="1"/>
          </p:cNvSpPr>
          <p:nvPr>
            <p:ph type="title" idx="15"/>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294" name="Google Shape;294;p23"/>
          <p:cNvGrpSpPr/>
          <p:nvPr/>
        </p:nvGrpSpPr>
        <p:grpSpPr>
          <a:xfrm flipH="1">
            <a:off x="-8650" y="50"/>
            <a:ext cx="9163850" cy="5136000"/>
            <a:chOff x="-8650" y="50"/>
            <a:chExt cx="9163850" cy="5136000"/>
          </a:xfrm>
        </p:grpSpPr>
        <p:cxnSp>
          <p:nvCxnSpPr>
            <p:cNvPr id="295" name="Google Shape;295;p23"/>
            <p:cNvCxnSpPr/>
            <p:nvPr/>
          </p:nvCxnSpPr>
          <p:spPr>
            <a:xfrm>
              <a:off x="-5900" y="3105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296" name="Google Shape;296;p23"/>
            <p:cNvCxnSpPr/>
            <p:nvPr/>
          </p:nvCxnSpPr>
          <p:spPr>
            <a:xfrm>
              <a:off x="-8650" y="48282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297" name="Google Shape;297;p23"/>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298" name="Google Shape;298;p23"/>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299" name="Google Shape;299;p23"/>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300" name="Google Shape;300;p23"/>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
        <p:nvSpPr>
          <p:cNvPr id="301" name="Google Shape;301;p23"/>
          <p:cNvSpPr/>
          <p:nvPr/>
        </p:nvSpPr>
        <p:spPr>
          <a:xfrm>
            <a:off x="214900" y="441431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3"/>
          <p:cNvSpPr/>
          <p:nvPr/>
        </p:nvSpPr>
        <p:spPr>
          <a:xfrm>
            <a:off x="8744000" y="5475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326"/>
        <p:cNvGrpSpPr/>
        <p:nvPr/>
      </p:nvGrpSpPr>
      <p:grpSpPr>
        <a:xfrm>
          <a:off x="0" y="0"/>
          <a:ext cx="0" cy="0"/>
          <a:chOff x="0" y="0"/>
          <a:chExt cx="0" cy="0"/>
        </a:xfrm>
      </p:grpSpPr>
      <p:sp>
        <p:nvSpPr>
          <p:cNvPr id="327" name="Google Shape;327;p25"/>
          <p:cNvSpPr txBox="1">
            <a:spLocks noGrp="1"/>
          </p:cNvSpPr>
          <p:nvPr>
            <p:ph type="title" hasCustomPrompt="1"/>
          </p:nvPr>
        </p:nvSpPr>
        <p:spPr>
          <a:xfrm>
            <a:off x="2472600" y="714536"/>
            <a:ext cx="4198800" cy="64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28" name="Google Shape;328;p25"/>
          <p:cNvSpPr txBox="1">
            <a:spLocks noGrp="1"/>
          </p:cNvSpPr>
          <p:nvPr>
            <p:ph type="subTitle" idx="1"/>
          </p:nvPr>
        </p:nvSpPr>
        <p:spPr>
          <a:xfrm>
            <a:off x="2472600" y="1352226"/>
            <a:ext cx="4198800" cy="365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400"/>
              <a:buFont typeface="PT Sans"/>
              <a:buNone/>
              <a:defRPr sz="18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329" name="Google Shape;329;p25"/>
          <p:cNvSpPr txBox="1">
            <a:spLocks noGrp="1"/>
          </p:cNvSpPr>
          <p:nvPr>
            <p:ph type="title" idx="2" hasCustomPrompt="1"/>
          </p:nvPr>
        </p:nvSpPr>
        <p:spPr>
          <a:xfrm>
            <a:off x="2472600" y="1858102"/>
            <a:ext cx="4198800" cy="64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30" name="Google Shape;330;p25"/>
          <p:cNvSpPr txBox="1">
            <a:spLocks noGrp="1"/>
          </p:cNvSpPr>
          <p:nvPr>
            <p:ph type="subTitle" idx="3"/>
          </p:nvPr>
        </p:nvSpPr>
        <p:spPr>
          <a:xfrm>
            <a:off x="2472600" y="2496958"/>
            <a:ext cx="4198800" cy="365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400"/>
              <a:buFont typeface="PT Sans"/>
              <a:buNone/>
              <a:defRPr sz="18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331" name="Google Shape;331;p25"/>
          <p:cNvSpPr txBox="1">
            <a:spLocks noGrp="1"/>
          </p:cNvSpPr>
          <p:nvPr>
            <p:ph type="title" idx="4" hasCustomPrompt="1"/>
          </p:nvPr>
        </p:nvSpPr>
        <p:spPr>
          <a:xfrm>
            <a:off x="2472600" y="3104426"/>
            <a:ext cx="4198800" cy="64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32" name="Google Shape;332;p25"/>
          <p:cNvSpPr txBox="1">
            <a:spLocks noGrp="1"/>
          </p:cNvSpPr>
          <p:nvPr>
            <p:ph type="subTitle" idx="5"/>
          </p:nvPr>
        </p:nvSpPr>
        <p:spPr>
          <a:xfrm>
            <a:off x="2472600" y="3744609"/>
            <a:ext cx="4198800" cy="365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400"/>
              <a:buFont typeface="PT Sans"/>
              <a:buNone/>
              <a:defRPr sz="18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333" name="Google Shape;333;p25"/>
          <p:cNvSpPr/>
          <p:nvPr/>
        </p:nvSpPr>
        <p:spPr>
          <a:xfrm>
            <a:off x="205900" y="477666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5"/>
          <p:cNvSpPr/>
          <p:nvPr/>
        </p:nvSpPr>
        <p:spPr>
          <a:xfrm>
            <a:off x="8743150" y="1540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5" name="Google Shape;335;p25"/>
          <p:cNvGrpSpPr/>
          <p:nvPr/>
        </p:nvGrpSpPr>
        <p:grpSpPr>
          <a:xfrm flipH="1">
            <a:off x="-8650" y="50"/>
            <a:ext cx="9163850" cy="5136000"/>
            <a:chOff x="-8650" y="50"/>
            <a:chExt cx="9163850" cy="5136000"/>
          </a:xfrm>
        </p:grpSpPr>
        <p:cxnSp>
          <p:nvCxnSpPr>
            <p:cNvPr id="336" name="Google Shape;336;p25"/>
            <p:cNvCxnSpPr/>
            <p:nvPr/>
          </p:nvCxnSpPr>
          <p:spPr>
            <a:xfrm>
              <a:off x="-5900" y="5391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337" name="Google Shape;337;p25"/>
            <p:cNvCxnSpPr/>
            <p:nvPr/>
          </p:nvCxnSpPr>
          <p:spPr>
            <a:xfrm>
              <a:off x="-8650" y="45996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338" name="Google Shape;338;p25"/>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339" name="Google Shape;339;p25"/>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340" name="Google Shape;340;p25"/>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341" name="Google Shape;341;p25"/>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342"/>
        <p:cNvGrpSpPr/>
        <p:nvPr/>
      </p:nvGrpSpPr>
      <p:grpSpPr>
        <a:xfrm>
          <a:off x="0" y="0"/>
          <a:ext cx="0" cy="0"/>
          <a:chOff x="0" y="0"/>
          <a:chExt cx="0" cy="0"/>
        </a:xfrm>
      </p:grpSpPr>
      <p:sp>
        <p:nvSpPr>
          <p:cNvPr id="343" name="Google Shape;343;p26"/>
          <p:cNvSpPr txBox="1">
            <a:spLocks noGrp="1"/>
          </p:cNvSpPr>
          <p:nvPr>
            <p:ph type="title"/>
          </p:nvPr>
        </p:nvSpPr>
        <p:spPr>
          <a:xfrm>
            <a:off x="1898520" y="499850"/>
            <a:ext cx="5346900" cy="10974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000"/>
              <a:buNone/>
              <a:defRPr sz="68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44" name="Google Shape;344;p26"/>
          <p:cNvSpPr txBox="1">
            <a:spLocks noGrp="1"/>
          </p:cNvSpPr>
          <p:nvPr>
            <p:ph type="subTitle" idx="1"/>
          </p:nvPr>
        </p:nvSpPr>
        <p:spPr>
          <a:xfrm>
            <a:off x="1896600" y="1598392"/>
            <a:ext cx="53508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5" name="Google Shape;345;p26"/>
          <p:cNvSpPr txBox="1"/>
          <p:nvPr/>
        </p:nvSpPr>
        <p:spPr>
          <a:xfrm>
            <a:off x="1898982" y="3648503"/>
            <a:ext cx="5345700" cy="548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a:solidFill>
                  <a:schemeClr val="lt1"/>
                </a:solidFill>
                <a:latin typeface="Hind"/>
                <a:ea typeface="Hind"/>
                <a:cs typeface="Hind"/>
                <a:sym typeface="Hind"/>
              </a:rPr>
              <a:t>CREDITS: This presentation template was created by </a:t>
            </a:r>
            <a:r>
              <a:rPr lang="en" sz="1200" b="1">
                <a:solidFill>
                  <a:schemeClr val="lt1"/>
                </a:solidFill>
                <a:uFill>
                  <a:noFill/>
                </a:uFill>
                <a:latin typeface="Hind"/>
                <a:ea typeface="Hind"/>
                <a:cs typeface="Hind"/>
                <a:sym typeface="Hind"/>
                <a:hlinkClick r:id="rId2">
                  <a:extLst>
                    <a:ext uri="{A12FA001-AC4F-418D-AE19-62706E023703}">
                      <ahyp:hlinkClr xmlns:ahyp="http://schemas.microsoft.com/office/drawing/2018/hyperlinkcolor" val="tx"/>
                    </a:ext>
                  </a:extLst>
                </a:hlinkClick>
              </a:rPr>
              <a:t>Slidesgo</a:t>
            </a:r>
            <a:r>
              <a:rPr lang="en" sz="1200">
                <a:solidFill>
                  <a:schemeClr val="lt1"/>
                </a:solidFill>
                <a:latin typeface="Hind"/>
                <a:ea typeface="Hind"/>
                <a:cs typeface="Hind"/>
                <a:sym typeface="Hind"/>
              </a:rPr>
              <a:t>, including icons by </a:t>
            </a:r>
            <a:r>
              <a:rPr lang="en" sz="1200" b="1">
                <a:solidFill>
                  <a:schemeClr val="lt1"/>
                </a:solidFill>
                <a:uFill>
                  <a:noFill/>
                </a:uFill>
                <a:latin typeface="Hind"/>
                <a:ea typeface="Hind"/>
                <a:cs typeface="Hind"/>
                <a:sym typeface="Hind"/>
                <a:hlinkClick r:id="rId3">
                  <a:extLst>
                    <a:ext uri="{A12FA001-AC4F-418D-AE19-62706E023703}">
                      <ahyp:hlinkClr xmlns:ahyp="http://schemas.microsoft.com/office/drawing/2018/hyperlinkcolor" val="tx"/>
                    </a:ext>
                  </a:extLst>
                </a:hlinkClick>
              </a:rPr>
              <a:t>Flaticon</a:t>
            </a:r>
            <a:r>
              <a:rPr lang="en" sz="1200">
                <a:solidFill>
                  <a:schemeClr val="lt1"/>
                </a:solidFill>
                <a:latin typeface="Hind"/>
                <a:ea typeface="Hind"/>
                <a:cs typeface="Hind"/>
                <a:sym typeface="Hind"/>
              </a:rPr>
              <a:t>, infographics &amp; images by </a:t>
            </a:r>
            <a:r>
              <a:rPr lang="en" sz="1200" b="1">
                <a:solidFill>
                  <a:schemeClr val="lt1"/>
                </a:solidFill>
                <a:uFill>
                  <a:noFill/>
                </a:uFill>
                <a:latin typeface="Hind"/>
                <a:ea typeface="Hind"/>
                <a:cs typeface="Hind"/>
                <a:sym typeface="Hind"/>
                <a:hlinkClick r:id="rId4">
                  <a:extLst>
                    <a:ext uri="{A12FA001-AC4F-418D-AE19-62706E023703}">
                      <ahyp:hlinkClr xmlns:ahyp="http://schemas.microsoft.com/office/drawing/2018/hyperlinkcolor" val="tx"/>
                    </a:ext>
                  </a:extLst>
                </a:hlinkClick>
              </a:rPr>
              <a:t>Freepik</a:t>
            </a:r>
            <a:endParaRPr sz="1200" b="1">
              <a:solidFill>
                <a:schemeClr val="lt1"/>
              </a:solidFill>
              <a:latin typeface="Hind"/>
              <a:ea typeface="Hind"/>
              <a:cs typeface="Hind"/>
              <a:sym typeface="Hind"/>
            </a:endParaRPr>
          </a:p>
        </p:txBody>
      </p:sp>
      <p:grpSp>
        <p:nvGrpSpPr>
          <p:cNvPr id="346" name="Google Shape;346;p26"/>
          <p:cNvGrpSpPr/>
          <p:nvPr/>
        </p:nvGrpSpPr>
        <p:grpSpPr>
          <a:xfrm>
            <a:off x="-8650" y="50"/>
            <a:ext cx="9163850" cy="5136000"/>
            <a:chOff x="-8650" y="50"/>
            <a:chExt cx="9163850" cy="5136000"/>
          </a:xfrm>
        </p:grpSpPr>
        <p:cxnSp>
          <p:nvCxnSpPr>
            <p:cNvPr id="347" name="Google Shape;347;p26"/>
            <p:cNvCxnSpPr/>
            <p:nvPr/>
          </p:nvCxnSpPr>
          <p:spPr>
            <a:xfrm>
              <a:off x="-5900" y="5391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348" name="Google Shape;348;p26"/>
            <p:cNvCxnSpPr/>
            <p:nvPr/>
          </p:nvCxnSpPr>
          <p:spPr>
            <a:xfrm>
              <a:off x="-8650" y="45996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349" name="Google Shape;349;p26"/>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350" name="Google Shape;350;p26"/>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351" name="Google Shape;351;p26"/>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352" name="Google Shape;352;p26"/>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
        <p:nvSpPr>
          <p:cNvPr id="353" name="Google Shape;353;p26"/>
          <p:cNvSpPr/>
          <p:nvPr/>
        </p:nvSpPr>
        <p:spPr>
          <a:xfrm>
            <a:off x="205900" y="47962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6"/>
          <p:cNvSpPr/>
          <p:nvPr/>
        </p:nvSpPr>
        <p:spPr>
          <a:xfrm>
            <a:off x="205900" y="16216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6"/>
          <p:cNvSpPr/>
          <p:nvPr/>
        </p:nvSpPr>
        <p:spPr>
          <a:xfrm>
            <a:off x="8753000" y="47962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8753000" y="16216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57"/>
        <p:cNvGrpSpPr/>
        <p:nvPr/>
      </p:nvGrpSpPr>
      <p:grpSpPr>
        <a:xfrm>
          <a:off x="0" y="0"/>
          <a:ext cx="0" cy="0"/>
          <a:chOff x="0" y="0"/>
          <a:chExt cx="0" cy="0"/>
        </a:xfrm>
      </p:grpSpPr>
      <p:sp>
        <p:nvSpPr>
          <p:cNvPr id="358" name="Google Shape;358;p27"/>
          <p:cNvSpPr/>
          <p:nvPr/>
        </p:nvSpPr>
        <p:spPr>
          <a:xfrm>
            <a:off x="205900" y="441431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7"/>
          <p:cNvSpPr/>
          <p:nvPr/>
        </p:nvSpPr>
        <p:spPr>
          <a:xfrm>
            <a:off x="8743125" y="441431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0" name="Google Shape;360;p27"/>
          <p:cNvGrpSpPr/>
          <p:nvPr/>
        </p:nvGrpSpPr>
        <p:grpSpPr>
          <a:xfrm>
            <a:off x="-8650" y="50"/>
            <a:ext cx="9163850" cy="5136000"/>
            <a:chOff x="-8650" y="50"/>
            <a:chExt cx="9163850" cy="5136000"/>
          </a:xfrm>
        </p:grpSpPr>
        <p:cxnSp>
          <p:nvCxnSpPr>
            <p:cNvPr id="361" name="Google Shape;361;p27"/>
            <p:cNvCxnSpPr/>
            <p:nvPr/>
          </p:nvCxnSpPr>
          <p:spPr>
            <a:xfrm>
              <a:off x="-5900" y="3105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362" name="Google Shape;362;p27"/>
            <p:cNvCxnSpPr/>
            <p:nvPr/>
          </p:nvCxnSpPr>
          <p:spPr>
            <a:xfrm>
              <a:off x="-8650" y="48282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363" name="Google Shape;363;p27"/>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364" name="Google Shape;364;p27"/>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365" name="Google Shape;365;p27"/>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366" name="Google Shape;366;p27"/>
            <p:cNvCxnSpPr/>
            <p:nvPr/>
          </p:nvCxnSpPr>
          <p:spPr>
            <a:xfrm>
              <a:off x="-5900" y="4180488"/>
              <a:ext cx="646200" cy="0"/>
            </a:xfrm>
            <a:prstGeom prst="straightConnector1">
              <a:avLst/>
            </a:prstGeom>
            <a:noFill/>
            <a:ln w="9525" cap="flat" cmpd="sng">
              <a:solidFill>
                <a:schemeClr val="lt1"/>
              </a:solidFill>
              <a:prstDash val="solid"/>
              <a:round/>
              <a:headEnd type="none" w="med" len="med"/>
              <a:tailEnd type="none" w="med" len="med"/>
            </a:ln>
          </p:spPr>
        </p:cxn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67"/>
        <p:cNvGrpSpPr/>
        <p:nvPr/>
      </p:nvGrpSpPr>
      <p:grpSpPr>
        <a:xfrm>
          <a:off x="0" y="0"/>
          <a:ext cx="0" cy="0"/>
          <a:chOff x="0" y="0"/>
          <a:chExt cx="0" cy="0"/>
        </a:xfrm>
      </p:grpSpPr>
      <p:grpSp>
        <p:nvGrpSpPr>
          <p:cNvPr id="368" name="Google Shape;368;p28"/>
          <p:cNvGrpSpPr/>
          <p:nvPr/>
        </p:nvGrpSpPr>
        <p:grpSpPr>
          <a:xfrm>
            <a:off x="-8650" y="50"/>
            <a:ext cx="9163850" cy="5136000"/>
            <a:chOff x="-8650" y="50"/>
            <a:chExt cx="9163850" cy="5136000"/>
          </a:xfrm>
        </p:grpSpPr>
        <p:cxnSp>
          <p:nvCxnSpPr>
            <p:cNvPr id="369" name="Google Shape;369;p28"/>
            <p:cNvCxnSpPr/>
            <p:nvPr/>
          </p:nvCxnSpPr>
          <p:spPr>
            <a:xfrm>
              <a:off x="-5900" y="539198"/>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370" name="Google Shape;370;p28"/>
            <p:cNvCxnSpPr/>
            <p:nvPr/>
          </p:nvCxnSpPr>
          <p:spPr>
            <a:xfrm>
              <a:off x="-8650" y="4599639"/>
              <a:ext cx="9161100" cy="0"/>
            </a:xfrm>
            <a:prstGeom prst="straightConnector1">
              <a:avLst/>
            </a:prstGeom>
            <a:noFill/>
            <a:ln w="9525" cap="flat" cmpd="sng">
              <a:solidFill>
                <a:schemeClr val="lt1"/>
              </a:solidFill>
              <a:prstDash val="solid"/>
              <a:round/>
              <a:headEnd type="none" w="med" len="med"/>
              <a:tailEnd type="none" w="med" len="med"/>
            </a:ln>
          </p:spPr>
        </p:cxnSp>
        <p:cxnSp>
          <p:nvCxnSpPr>
            <p:cNvPr id="371" name="Google Shape;371;p28"/>
            <p:cNvCxnSpPr/>
            <p:nvPr/>
          </p:nvCxnSpPr>
          <p:spPr>
            <a:xfrm rot="10800000">
              <a:off x="636789"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372" name="Google Shape;372;p28"/>
            <p:cNvCxnSpPr/>
            <p:nvPr/>
          </p:nvCxnSpPr>
          <p:spPr>
            <a:xfrm rot="10800000">
              <a:off x="8507211" y="50"/>
              <a:ext cx="0" cy="5136000"/>
            </a:xfrm>
            <a:prstGeom prst="straightConnector1">
              <a:avLst/>
            </a:prstGeom>
            <a:noFill/>
            <a:ln w="9525" cap="flat" cmpd="sng">
              <a:solidFill>
                <a:schemeClr val="lt1"/>
              </a:solidFill>
              <a:prstDash val="solid"/>
              <a:round/>
              <a:headEnd type="none" w="med" len="med"/>
              <a:tailEnd type="none" w="med" len="med"/>
            </a:ln>
          </p:spPr>
        </p:cxnSp>
        <p:cxnSp>
          <p:nvCxnSpPr>
            <p:cNvPr id="373" name="Google Shape;373;p28"/>
            <p:cNvCxnSpPr/>
            <p:nvPr/>
          </p:nvCxnSpPr>
          <p:spPr>
            <a:xfrm>
              <a:off x="8506900" y="4180500"/>
              <a:ext cx="643500" cy="0"/>
            </a:xfrm>
            <a:prstGeom prst="straightConnector1">
              <a:avLst/>
            </a:prstGeom>
            <a:noFill/>
            <a:ln w="9525" cap="flat" cmpd="sng">
              <a:solidFill>
                <a:schemeClr val="lt1"/>
              </a:solidFill>
              <a:prstDash val="solid"/>
              <a:round/>
              <a:headEnd type="none" w="med" len="med"/>
              <a:tailEnd type="none" w="med" len="med"/>
            </a:ln>
          </p:spPr>
        </p:cxnSp>
        <p:cxnSp>
          <p:nvCxnSpPr>
            <p:cNvPr id="374" name="Google Shape;374;p28"/>
            <p:cNvCxnSpPr/>
            <p:nvPr/>
          </p:nvCxnSpPr>
          <p:spPr>
            <a:xfrm>
              <a:off x="-5900" y="963013"/>
              <a:ext cx="646200" cy="0"/>
            </a:xfrm>
            <a:prstGeom prst="straightConnector1">
              <a:avLst/>
            </a:prstGeom>
            <a:noFill/>
            <a:ln w="9525" cap="flat" cmpd="sng">
              <a:solidFill>
                <a:schemeClr val="lt1"/>
              </a:solidFill>
              <a:prstDash val="solid"/>
              <a:round/>
              <a:headEnd type="none" w="med" len="med"/>
              <a:tailEnd type="none" w="med" len="med"/>
            </a:ln>
          </p:spPr>
        </p:cxnSp>
      </p:grpSp>
      <p:sp>
        <p:nvSpPr>
          <p:cNvPr id="375" name="Google Shape;375;p28"/>
          <p:cNvSpPr/>
          <p:nvPr/>
        </p:nvSpPr>
        <p:spPr>
          <a:xfrm>
            <a:off x="205900" y="47962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8"/>
          <p:cNvSpPr/>
          <p:nvPr/>
        </p:nvSpPr>
        <p:spPr>
          <a:xfrm>
            <a:off x="205900" y="16216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8"/>
          <p:cNvSpPr/>
          <p:nvPr/>
        </p:nvSpPr>
        <p:spPr>
          <a:xfrm>
            <a:off x="8753000" y="4796238"/>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8"/>
          <p:cNvSpPr/>
          <p:nvPr/>
        </p:nvSpPr>
        <p:spPr>
          <a:xfrm>
            <a:off x="8753000" y="16216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7750" y="365760"/>
            <a:ext cx="7708500" cy="548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Playfair Display Medium"/>
              <a:buNone/>
              <a:defRPr sz="3000">
                <a:solidFill>
                  <a:schemeClr val="dk1"/>
                </a:solidFill>
                <a:latin typeface="Playfair Display Medium"/>
                <a:ea typeface="Playfair Display Medium"/>
                <a:cs typeface="Playfair Display Medium"/>
                <a:sym typeface="Playfair Display Medium"/>
              </a:defRPr>
            </a:lvl1pPr>
            <a:lvl2pPr lvl="1"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2pPr>
            <a:lvl3pPr lvl="2"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3pPr>
            <a:lvl4pPr lvl="3"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4pPr>
            <a:lvl5pPr lvl="4"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5pPr>
            <a:lvl6pPr lvl="5"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6pPr>
            <a:lvl7pPr lvl="6"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7pPr>
            <a:lvl8pPr lvl="7"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8pPr>
            <a:lvl9pPr lvl="8"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9pPr>
          </a:lstStyle>
          <a:p>
            <a:endParaRPr/>
          </a:p>
        </p:txBody>
      </p:sp>
      <p:sp>
        <p:nvSpPr>
          <p:cNvPr id="7" name="Google Shape;7;p1"/>
          <p:cNvSpPr txBox="1">
            <a:spLocks noGrp="1"/>
          </p:cNvSpPr>
          <p:nvPr>
            <p:ph type="body" idx="1"/>
          </p:nvPr>
        </p:nvSpPr>
        <p:spPr>
          <a:xfrm>
            <a:off x="692700" y="1351875"/>
            <a:ext cx="7711800" cy="32475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Hind"/>
              <a:buChar char="●"/>
              <a:defRPr>
                <a:solidFill>
                  <a:schemeClr val="lt1"/>
                </a:solidFill>
                <a:latin typeface="Hind"/>
                <a:ea typeface="Hind"/>
                <a:cs typeface="Hind"/>
                <a:sym typeface="Hind"/>
              </a:defRPr>
            </a:lvl1pPr>
            <a:lvl2pPr marL="914400" lvl="1" indent="-317500">
              <a:lnSpc>
                <a:spcPct val="115000"/>
              </a:lnSpc>
              <a:spcBef>
                <a:spcPts val="0"/>
              </a:spcBef>
              <a:spcAft>
                <a:spcPts val="0"/>
              </a:spcAft>
              <a:buClr>
                <a:schemeClr val="lt1"/>
              </a:buClr>
              <a:buSzPts val="1400"/>
              <a:buFont typeface="Hind"/>
              <a:buChar char="○"/>
              <a:defRPr>
                <a:solidFill>
                  <a:schemeClr val="lt1"/>
                </a:solidFill>
                <a:latin typeface="Hind"/>
                <a:ea typeface="Hind"/>
                <a:cs typeface="Hind"/>
                <a:sym typeface="Hind"/>
              </a:defRPr>
            </a:lvl2pPr>
            <a:lvl3pPr marL="1371600" lvl="2" indent="-317500">
              <a:lnSpc>
                <a:spcPct val="115000"/>
              </a:lnSpc>
              <a:spcBef>
                <a:spcPts val="0"/>
              </a:spcBef>
              <a:spcAft>
                <a:spcPts val="0"/>
              </a:spcAft>
              <a:buClr>
                <a:schemeClr val="lt1"/>
              </a:buClr>
              <a:buSzPts val="1400"/>
              <a:buFont typeface="Hind"/>
              <a:buChar char="■"/>
              <a:defRPr>
                <a:solidFill>
                  <a:schemeClr val="lt1"/>
                </a:solidFill>
                <a:latin typeface="Hind"/>
                <a:ea typeface="Hind"/>
                <a:cs typeface="Hind"/>
                <a:sym typeface="Hind"/>
              </a:defRPr>
            </a:lvl3pPr>
            <a:lvl4pPr marL="1828800" lvl="3" indent="-317500">
              <a:lnSpc>
                <a:spcPct val="115000"/>
              </a:lnSpc>
              <a:spcBef>
                <a:spcPts val="0"/>
              </a:spcBef>
              <a:spcAft>
                <a:spcPts val="0"/>
              </a:spcAft>
              <a:buClr>
                <a:schemeClr val="lt1"/>
              </a:buClr>
              <a:buSzPts val="1400"/>
              <a:buFont typeface="Hind"/>
              <a:buChar char="●"/>
              <a:defRPr>
                <a:solidFill>
                  <a:schemeClr val="lt1"/>
                </a:solidFill>
                <a:latin typeface="Hind"/>
                <a:ea typeface="Hind"/>
                <a:cs typeface="Hind"/>
                <a:sym typeface="Hind"/>
              </a:defRPr>
            </a:lvl4pPr>
            <a:lvl5pPr marL="2286000" lvl="4" indent="-317500">
              <a:lnSpc>
                <a:spcPct val="115000"/>
              </a:lnSpc>
              <a:spcBef>
                <a:spcPts val="0"/>
              </a:spcBef>
              <a:spcAft>
                <a:spcPts val="0"/>
              </a:spcAft>
              <a:buClr>
                <a:schemeClr val="lt1"/>
              </a:buClr>
              <a:buSzPts val="1400"/>
              <a:buFont typeface="Hind"/>
              <a:buChar char="○"/>
              <a:defRPr>
                <a:solidFill>
                  <a:schemeClr val="lt1"/>
                </a:solidFill>
                <a:latin typeface="Hind"/>
                <a:ea typeface="Hind"/>
                <a:cs typeface="Hind"/>
                <a:sym typeface="Hind"/>
              </a:defRPr>
            </a:lvl5pPr>
            <a:lvl6pPr marL="2743200" lvl="5" indent="-317500">
              <a:lnSpc>
                <a:spcPct val="115000"/>
              </a:lnSpc>
              <a:spcBef>
                <a:spcPts val="0"/>
              </a:spcBef>
              <a:spcAft>
                <a:spcPts val="0"/>
              </a:spcAft>
              <a:buClr>
                <a:schemeClr val="lt1"/>
              </a:buClr>
              <a:buSzPts val="1400"/>
              <a:buFont typeface="Hind"/>
              <a:buChar char="■"/>
              <a:defRPr>
                <a:solidFill>
                  <a:schemeClr val="lt1"/>
                </a:solidFill>
                <a:latin typeface="Hind"/>
                <a:ea typeface="Hind"/>
                <a:cs typeface="Hind"/>
                <a:sym typeface="Hind"/>
              </a:defRPr>
            </a:lvl6pPr>
            <a:lvl7pPr marL="3200400" lvl="6" indent="-317500">
              <a:lnSpc>
                <a:spcPct val="115000"/>
              </a:lnSpc>
              <a:spcBef>
                <a:spcPts val="0"/>
              </a:spcBef>
              <a:spcAft>
                <a:spcPts val="0"/>
              </a:spcAft>
              <a:buClr>
                <a:schemeClr val="lt1"/>
              </a:buClr>
              <a:buSzPts val="1400"/>
              <a:buFont typeface="Hind"/>
              <a:buChar char="●"/>
              <a:defRPr>
                <a:solidFill>
                  <a:schemeClr val="lt1"/>
                </a:solidFill>
                <a:latin typeface="Hind"/>
                <a:ea typeface="Hind"/>
                <a:cs typeface="Hind"/>
                <a:sym typeface="Hind"/>
              </a:defRPr>
            </a:lvl7pPr>
            <a:lvl8pPr marL="3657600" lvl="7" indent="-317500">
              <a:lnSpc>
                <a:spcPct val="115000"/>
              </a:lnSpc>
              <a:spcBef>
                <a:spcPts val="0"/>
              </a:spcBef>
              <a:spcAft>
                <a:spcPts val="0"/>
              </a:spcAft>
              <a:buClr>
                <a:schemeClr val="lt1"/>
              </a:buClr>
              <a:buSzPts val="1400"/>
              <a:buFont typeface="Hind"/>
              <a:buChar char="○"/>
              <a:defRPr>
                <a:solidFill>
                  <a:schemeClr val="lt1"/>
                </a:solidFill>
                <a:latin typeface="Hind"/>
                <a:ea typeface="Hind"/>
                <a:cs typeface="Hind"/>
                <a:sym typeface="Hind"/>
              </a:defRPr>
            </a:lvl8pPr>
            <a:lvl9pPr marL="4114800" lvl="8" indent="-317500">
              <a:lnSpc>
                <a:spcPct val="115000"/>
              </a:lnSpc>
              <a:spcBef>
                <a:spcPts val="0"/>
              </a:spcBef>
              <a:spcAft>
                <a:spcPts val="0"/>
              </a:spcAft>
              <a:buClr>
                <a:schemeClr val="lt1"/>
              </a:buClr>
              <a:buSzPts val="1400"/>
              <a:buFont typeface="Hind"/>
              <a:buChar char="■"/>
              <a:defRPr>
                <a:solidFill>
                  <a:schemeClr val="lt1"/>
                </a:solidFill>
                <a:latin typeface="Hind"/>
                <a:ea typeface="Hind"/>
                <a:cs typeface="Hind"/>
                <a:sym typeface="Hi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5" r:id="rId5"/>
    <p:sldLayoutId id="2147483658" r:id="rId6"/>
    <p:sldLayoutId id="2147483659" r:id="rId7"/>
    <p:sldLayoutId id="2147483660" r:id="rId8"/>
    <p:sldLayoutId id="2147483661" r:id="rId9"/>
    <p:sldLayoutId id="2147483662" r:id="rId10"/>
    <p:sldLayoutId id="2147483663" r:id="rId11"/>
    <p:sldLayoutId id="2147483665" r:id="rId12"/>
    <p:sldLayoutId id="2147483667" r:id="rId13"/>
    <p:sldLayoutId id="2147483668" r:id="rId14"/>
    <p:sldLayoutId id="2147483669" r:id="rId15"/>
    <p:sldLayoutId id="2147483671" r:id="rId16"/>
    <p:sldLayoutId id="2147483672" r:id="rId17"/>
    <p:sldLayoutId id="2147483673" r:id="rId18"/>
    <p:sldLayoutId id="2147483674"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0.xml"/><Relationship Id="rId5" Type="http://schemas.openxmlformats.org/officeDocument/2006/relationships/image" Target="../media/image6.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2"/>
          <p:cNvSpPr txBox="1">
            <a:spLocks noGrp="1"/>
          </p:cNvSpPr>
          <p:nvPr>
            <p:ph type="ctrTitle"/>
          </p:nvPr>
        </p:nvSpPr>
        <p:spPr>
          <a:xfrm>
            <a:off x="1131494" y="804450"/>
            <a:ext cx="7009800" cy="176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6600" dirty="0"/>
              <a:t>Final Year Project Presentation</a:t>
            </a:r>
            <a:endParaRPr sz="7000" dirty="0"/>
          </a:p>
        </p:txBody>
      </p:sp>
      <p:cxnSp>
        <p:nvCxnSpPr>
          <p:cNvPr id="390" name="Google Shape;390;p32"/>
          <p:cNvCxnSpPr/>
          <p:nvPr/>
        </p:nvCxnSpPr>
        <p:spPr>
          <a:xfrm>
            <a:off x="2326500" y="3598494"/>
            <a:ext cx="4491000" cy="0"/>
          </a:xfrm>
          <a:prstGeom prst="straightConnector1">
            <a:avLst/>
          </a:prstGeom>
          <a:noFill/>
          <a:ln w="9525" cap="flat" cmpd="sng">
            <a:solidFill>
              <a:schemeClr val="lt1"/>
            </a:solidFill>
            <a:prstDash val="solid"/>
            <a:round/>
            <a:headEnd type="none" w="med" len="med"/>
            <a:tailEnd type="none" w="med" len="med"/>
          </a:ln>
        </p:spPr>
      </p:cxnSp>
      <p:sp>
        <p:nvSpPr>
          <p:cNvPr id="391" name="Google Shape;391;p32"/>
          <p:cNvSpPr txBox="1">
            <a:spLocks noGrp="1"/>
          </p:cNvSpPr>
          <p:nvPr>
            <p:ph type="subTitle" idx="1"/>
          </p:nvPr>
        </p:nvSpPr>
        <p:spPr>
          <a:xfrm>
            <a:off x="2160000" y="3852651"/>
            <a:ext cx="48240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The Last Draw: Card Slayer</a:t>
            </a:r>
            <a:endParaRPr dirty="0">
              <a:solidFill>
                <a:schemeClr val="lt1"/>
              </a:solidFill>
            </a:endParaRPr>
          </a:p>
        </p:txBody>
      </p:sp>
      <p:sp>
        <p:nvSpPr>
          <p:cNvPr id="392" name="Google Shape;392;p32"/>
          <p:cNvSpPr txBox="1"/>
          <p:nvPr/>
        </p:nvSpPr>
        <p:spPr>
          <a:xfrm>
            <a:off x="4010250" y="54625"/>
            <a:ext cx="1123500" cy="400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lt1"/>
                </a:solidFill>
                <a:latin typeface="Playfair Display"/>
                <a:ea typeface="Playfair Display"/>
                <a:cs typeface="Playfair Display"/>
                <a:sym typeface="Playfair Display"/>
              </a:rPr>
              <a:t>77356803</a:t>
            </a:r>
            <a:endParaRPr dirty="0">
              <a:solidFill>
                <a:schemeClr val="lt1"/>
              </a:solidFill>
              <a:latin typeface="Playfair Display"/>
              <a:ea typeface="Playfair Display"/>
              <a:cs typeface="Playfair Display"/>
              <a:sym typeface="Playfair Display"/>
            </a:endParaRPr>
          </a:p>
        </p:txBody>
      </p:sp>
      <p:sp>
        <p:nvSpPr>
          <p:cNvPr id="393" name="Google Shape;393;p32"/>
          <p:cNvSpPr txBox="1"/>
          <p:nvPr/>
        </p:nvSpPr>
        <p:spPr>
          <a:xfrm>
            <a:off x="3475800" y="4688700"/>
            <a:ext cx="2192400" cy="400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lt1"/>
                </a:solidFill>
                <a:latin typeface="Playfair Display"/>
                <a:ea typeface="Playfair Display"/>
                <a:cs typeface="Playfair Display"/>
                <a:sym typeface="Playfair Display"/>
              </a:rPr>
              <a:t>Swajan Rajbanshi</a:t>
            </a:r>
            <a:endParaRPr dirty="0">
              <a:solidFill>
                <a:schemeClr val="lt1"/>
              </a:solidFill>
              <a:latin typeface="Playfair Display"/>
              <a:ea typeface="Playfair Display"/>
              <a:cs typeface="Playfair Display"/>
              <a:sym typeface="Playfair Display"/>
            </a:endParaRPr>
          </a:p>
        </p:txBody>
      </p:sp>
      <p:sp>
        <p:nvSpPr>
          <p:cNvPr id="2" name="Google Shape;432;p35">
            <a:extLst>
              <a:ext uri="{FF2B5EF4-FFF2-40B4-BE49-F238E27FC236}">
                <a16:creationId xmlns:a16="http://schemas.microsoft.com/office/drawing/2014/main" id="{7B2A2080-EECB-5C8D-26E0-C26AEE13BDA2}"/>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34"/>
          <p:cNvSpPr txBox="1">
            <a:spLocks noGrp="1"/>
          </p:cNvSpPr>
          <p:nvPr>
            <p:ph type="title" idx="4"/>
          </p:nvPr>
        </p:nvSpPr>
        <p:spPr>
          <a:xfrm>
            <a:off x="1161705" y="1253049"/>
            <a:ext cx="759000" cy="62657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413" name="Google Shape;413;p34"/>
          <p:cNvSpPr txBox="1">
            <a:spLocks noGrp="1"/>
          </p:cNvSpPr>
          <p:nvPr>
            <p:ph type="title" idx="6"/>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 of contents</a:t>
            </a:r>
            <a:endParaRPr dirty="0"/>
          </a:p>
        </p:txBody>
      </p:sp>
      <p:sp>
        <p:nvSpPr>
          <p:cNvPr id="415" name="Google Shape;415;p34"/>
          <p:cNvSpPr txBox="1">
            <a:spLocks noGrp="1"/>
          </p:cNvSpPr>
          <p:nvPr>
            <p:ph type="title"/>
          </p:nvPr>
        </p:nvSpPr>
        <p:spPr>
          <a:xfrm>
            <a:off x="1989533" y="1428112"/>
            <a:ext cx="1765591"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52" name="Google Shape;407;p34">
            <a:extLst>
              <a:ext uri="{FF2B5EF4-FFF2-40B4-BE49-F238E27FC236}">
                <a16:creationId xmlns:a16="http://schemas.microsoft.com/office/drawing/2014/main" id="{8D474EC7-E5AB-6DEE-1AD2-8582B43AA1DB}"/>
              </a:ext>
            </a:extLst>
          </p:cNvPr>
          <p:cNvSpPr txBox="1">
            <a:spLocks/>
          </p:cNvSpPr>
          <p:nvPr/>
        </p:nvSpPr>
        <p:spPr>
          <a:xfrm>
            <a:off x="1161705" y="2108368"/>
            <a:ext cx="759000" cy="626575"/>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layfair Display Medium"/>
              <a:buNone/>
              <a:defRPr sz="2000" b="0" i="0" u="none" strike="noStrike" cap="none">
                <a:solidFill>
                  <a:schemeClr val="dk1"/>
                </a:solidFill>
                <a:latin typeface="Playfair Display Medium"/>
                <a:ea typeface="Playfair Display Medium"/>
                <a:cs typeface="Playfair Display Medium"/>
                <a:sym typeface="Playfair Display Medium"/>
              </a:defRPr>
            </a:lvl1pPr>
            <a:lvl2pPr marR="0" lvl="1"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2pPr>
            <a:lvl3pPr marR="0" lvl="2"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3pPr>
            <a:lvl4pPr marR="0" lvl="3"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4pPr>
            <a:lvl5pPr marR="0" lvl="4"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5pPr>
            <a:lvl6pPr marR="0" lvl="5"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6pPr>
            <a:lvl7pPr marR="0" lvl="6"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7pPr>
            <a:lvl8pPr marR="0" lvl="7"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8pPr>
            <a:lvl9pPr marR="0" lvl="8"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9pPr>
          </a:lstStyle>
          <a:p>
            <a:r>
              <a:rPr lang="en" dirty="0"/>
              <a:t>02</a:t>
            </a:r>
          </a:p>
        </p:txBody>
      </p:sp>
      <p:sp>
        <p:nvSpPr>
          <p:cNvPr id="53" name="Google Shape;415;p34">
            <a:extLst>
              <a:ext uri="{FF2B5EF4-FFF2-40B4-BE49-F238E27FC236}">
                <a16:creationId xmlns:a16="http://schemas.microsoft.com/office/drawing/2014/main" id="{49FA68B7-AF04-A73E-CA9A-C2B26FB45C77}"/>
              </a:ext>
            </a:extLst>
          </p:cNvPr>
          <p:cNvSpPr txBox="1">
            <a:spLocks/>
          </p:cNvSpPr>
          <p:nvPr/>
        </p:nvSpPr>
        <p:spPr>
          <a:xfrm>
            <a:off x="1989533" y="2307463"/>
            <a:ext cx="2582467" cy="34166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Aims and Objectives</a:t>
            </a:r>
          </a:p>
        </p:txBody>
      </p:sp>
      <p:sp>
        <p:nvSpPr>
          <p:cNvPr id="58" name="Google Shape;407;p34">
            <a:extLst>
              <a:ext uri="{FF2B5EF4-FFF2-40B4-BE49-F238E27FC236}">
                <a16:creationId xmlns:a16="http://schemas.microsoft.com/office/drawing/2014/main" id="{CECF5ABC-2EE2-A082-37FF-E01FC69A66EA}"/>
              </a:ext>
            </a:extLst>
          </p:cNvPr>
          <p:cNvSpPr txBox="1">
            <a:spLocks/>
          </p:cNvSpPr>
          <p:nvPr/>
        </p:nvSpPr>
        <p:spPr>
          <a:xfrm>
            <a:off x="1161705" y="2963688"/>
            <a:ext cx="759000" cy="626575"/>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layfair Display Medium"/>
              <a:buNone/>
              <a:defRPr sz="2000" b="0" i="0" u="none" strike="noStrike" cap="none">
                <a:solidFill>
                  <a:schemeClr val="dk1"/>
                </a:solidFill>
                <a:latin typeface="Playfair Display Medium"/>
                <a:ea typeface="Playfair Display Medium"/>
                <a:cs typeface="Playfair Display Medium"/>
                <a:sym typeface="Playfair Display Medium"/>
              </a:defRPr>
            </a:lvl1pPr>
            <a:lvl2pPr marR="0" lvl="1"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2pPr>
            <a:lvl3pPr marR="0" lvl="2"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3pPr>
            <a:lvl4pPr marR="0" lvl="3"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4pPr>
            <a:lvl5pPr marR="0" lvl="4"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5pPr>
            <a:lvl6pPr marR="0" lvl="5"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6pPr>
            <a:lvl7pPr marR="0" lvl="6"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7pPr>
            <a:lvl8pPr marR="0" lvl="7"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8pPr>
            <a:lvl9pPr marR="0" lvl="8"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9pPr>
          </a:lstStyle>
          <a:p>
            <a:r>
              <a:rPr lang="en" dirty="0"/>
              <a:t>03</a:t>
            </a:r>
          </a:p>
        </p:txBody>
      </p:sp>
      <p:sp>
        <p:nvSpPr>
          <p:cNvPr id="59" name="Google Shape;415;p34">
            <a:extLst>
              <a:ext uri="{FF2B5EF4-FFF2-40B4-BE49-F238E27FC236}">
                <a16:creationId xmlns:a16="http://schemas.microsoft.com/office/drawing/2014/main" id="{FA52A652-6B24-6E6E-7274-A3C4C396CDF2}"/>
              </a:ext>
            </a:extLst>
          </p:cNvPr>
          <p:cNvSpPr txBox="1">
            <a:spLocks/>
          </p:cNvSpPr>
          <p:nvPr/>
        </p:nvSpPr>
        <p:spPr>
          <a:xfrm>
            <a:off x="1989533" y="3138751"/>
            <a:ext cx="1765591" cy="36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Methodology</a:t>
            </a:r>
          </a:p>
        </p:txBody>
      </p:sp>
      <p:sp>
        <p:nvSpPr>
          <p:cNvPr id="60" name="Google Shape;407;p34">
            <a:extLst>
              <a:ext uri="{FF2B5EF4-FFF2-40B4-BE49-F238E27FC236}">
                <a16:creationId xmlns:a16="http://schemas.microsoft.com/office/drawing/2014/main" id="{F7EE5613-173E-B727-1F3F-C624E1D4022E}"/>
              </a:ext>
            </a:extLst>
          </p:cNvPr>
          <p:cNvSpPr txBox="1">
            <a:spLocks/>
          </p:cNvSpPr>
          <p:nvPr/>
        </p:nvSpPr>
        <p:spPr>
          <a:xfrm>
            <a:off x="1161705" y="3819008"/>
            <a:ext cx="759000" cy="626575"/>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layfair Display Medium"/>
              <a:buNone/>
              <a:defRPr sz="2000" b="0" i="0" u="none" strike="noStrike" cap="none">
                <a:solidFill>
                  <a:schemeClr val="dk1"/>
                </a:solidFill>
                <a:latin typeface="Playfair Display Medium"/>
                <a:ea typeface="Playfair Display Medium"/>
                <a:cs typeface="Playfair Display Medium"/>
                <a:sym typeface="Playfair Display Medium"/>
              </a:defRPr>
            </a:lvl1pPr>
            <a:lvl2pPr marR="0" lvl="1"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2pPr>
            <a:lvl3pPr marR="0" lvl="2"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3pPr>
            <a:lvl4pPr marR="0" lvl="3"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4pPr>
            <a:lvl5pPr marR="0" lvl="4"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5pPr>
            <a:lvl6pPr marR="0" lvl="5"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6pPr>
            <a:lvl7pPr marR="0" lvl="6"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7pPr>
            <a:lvl8pPr marR="0" lvl="7"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8pPr>
            <a:lvl9pPr marR="0" lvl="8"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9pPr>
          </a:lstStyle>
          <a:p>
            <a:r>
              <a:rPr lang="en" dirty="0"/>
              <a:t>04</a:t>
            </a:r>
          </a:p>
        </p:txBody>
      </p:sp>
      <p:sp>
        <p:nvSpPr>
          <p:cNvPr id="61" name="Google Shape;415;p34">
            <a:extLst>
              <a:ext uri="{FF2B5EF4-FFF2-40B4-BE49-F238E27FC236}">
                <a16:creationId xmlns:a16="http://schemas.microsoft.com/office/drawing/2014/main" id="{3BB7D3D2-FF4F-099F-97A0-776772B15947}"/>
              </a:ext>
            </a:extLst>
          </p:cNvPr>
          <p:cNvSpPr txBox="1">
            <a:spLocks/>
          </p:cNvSpPr>
          <p:nvPr/>
        </p:nvSpPr>
        <p:spPr>
          <a:xfrm>
            <a:off x="1989533" y="3994071"/>
            <a:ext cx="2740963" cy="36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Project Management</a:t>
            </a:r>
          </a:p>
        </p:txBody>
      </p:sp>
      <p:sp>
        <p:nvSpPr>
          <p:cNvPr id="63" name="Google Shape;407;p34">
            <a:extLst>
              <a:ext uri="{FF2B5EF4-FFF2-40B4-BE49-F238E27FC236}">
                <a16:creationId xmlns:a16="http://schemas.microsoft.com/office/drawing/2014/main" id="{0CDF6F1C-F856-5B09-582E-E87A6F2CF718}"/>
              </a:ext>
            </a:extLst>
          </p:cNvPr>
          <p:cNvSpPr txBox="1">
            <a:spLocks/>
          </p:cNvSpPr>
          <p:nvPr/>
        </p:nvSpPr>
        <p:spPr>
          <a:xfrm>
            <a:off x="4947321" y="1253049"/>
            <a:ext cx="759000" cy="626575"/>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layfair Display Medium"/>
              <a:buNone/>
              <a:defRPr sz="2000" b="0" i="0" u="none" strike="noStrike" cap="none">
                <a:solidFill>
                  <a:schemeClr val="dk1"/>
                </a:solidFill>
                <a:latin typeface="Playfair Display Medium"/>
                <a:ea typeface="Playfair Display Medium"/>
                <a:cs typeface="Playfair Display Medium"/>
                <a:sym typeface="Playfair Display Medium"/>
              </a:defRPr>
            </a:lvl1pPr>
            <a:lvl2pPr marR="0" lvl="1"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2pPr>
            <a:lvl3pPr marR="0" lvl="2"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3pPr>
            <a:lvl4pPr marR="0" lvl="3"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4pPr>
            <a:lvl5pPr marR="0" lvl="4"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5pPr>
            <a:lvl6pPr marR="0" lvl="5"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6pPr>
            <a:lvl7pPr marR="0" lvl="6"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7pPr>
            <a:lvl8pPr marR="0" lvl="7"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8pPr>
            <a:lvl9pPr marR="0" lvl="8"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9pPr>
          </a:lstStyle>
          <a:p>
            <a:r>
              <a:rPr lang="en" dirty="0"/>
              <a:t>05</a:t>
            </a:r>
          </a:p>
        </p:txBody>
      </p:sp>
      <p:sp>
        <p:nvSpPr>
          <p:cNvPr id="384" name="Google Shape;415;p34">
            <a:extLst>
              <a:ext uri="{FF2B5EF4-FFF2-40B4-BE49-F238E27FC236}">
                <a16:creationId xmlns:a16="http://schemas.microsoft.com/office/drawing/2014/main" id="{343AB0BE-51F5-1329-5562-643AFFC39275}"/>
              </a:ext>
            </a:extLst>
          </p:cNvPr>
          <p:cNvSpPr txBox="1">
            <a:spLocks/>
          </p:cNvSpPr>
          <p:nvPr/>
        </p:nvSpPr>
        <p:spPr>
          <a:xfrm>
            <a:off x="5775149" y="1428112"/>
            <a:ext cx="2207146" cy="36569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Product Design</a:t>
            </a:r>
          </a:p>
        </p:txBody>
      </p:sp>
      <p:sp>
        <p:nvSpPr>
          <p:cNvPr id="385" name="Google Shape;407;p34">
            <a:extLst>
              <a:ext uri="{FF2B5EF4-FFF2-40B4-BE49-F238E27FC236}">
                <a16:creationId xmlns:a16="http://schemas.microsoft.com/office/drawing/2014/main" id="{AB5CCFE8-5308-518B-C18B-BB86DFF384AF}"/>
              </a:ext>
            </a:extLst>
          </p:cNvPr>
          <p:cNvSpPr txBox="1">
            <a:spLocks/>
          </p:cNvSpPr>
          <p:nvPr/>
        </p:nvSpPr>
        <p:spPr>
          <a:xfrm>
            <a:off x="4947321" y="2108368"/>
            <a:ext cx="759000" cy="626575"/>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layfair Display Medium"/>
              <a:buNone/>
              <a:defRPr sz="2000" b="0" i="0" u="none" strike="noStrike" cap="none">
                <a:solidFill>
                  <a:schemeClr val="dk1"/>
                </a:solidFill>
                <a:latin typeface="Playfair Display Medium"/>
                <a:ea typeface="Playfair Display Medium"/>
                <a:cs typeface="Playfair Display Medium"/>
                <a:sym typeface="Playfair Display Medium"/>
              </a:defRPr>
            </a:lvl1pPr>
            <a:lvl2pPr marR="0" lvl="1"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2pPr>
            <a:lvl3pPr marR="0" lvl="2"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3pPr>
            <a:lvl4pPr marR="0" lvl="3"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4pPr>
            <a:lvl5pPr marR="0" lvl="4"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5pPr>
            <a:lvl6pPr marR="0" lvl="5"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6pPr>
            <a:lvl7pPr marR="0" lvl="6"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7pPr>
            <a:lvl8pPr marR="0" lvl="7"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8pPr>
            <a:lvl9pPr marR="0" lvl="8"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9pPr>
          </a:lstStyle>
          <a:p>
            <a:r>
              <a:rPr lang="en" dirty="0"/>
              <a:t>06</a:t>
            </a:r>
          </a:p>
        </p:txBody>
      </p:sp>
      <p:sp>
        <p:nvSpPr>
          <p:cNvPr id="386" name="Google Shape;415;p34">
            <a:extLst>
              <a:ext uri="{FF2B5EF4-FFF2-40B4-BE49-F238E27FC236}">
                <a16:creationId xmlns:a16="http://schemas.microsoft.com/office/drawing/2014/main" id="{EEF9923D-2F4B-8753-6519-FA3217CEC08A}"/>
              </a:ext>
            </a:extLst>
          </p:cNvPr>
          <p:cNvSpPr txBox="1">
            <a:spLocks/>
          </p:cNvSpPr>
          <p:nvPr/>
        </p:nvSpPr>
        <p:spPr>
          <a:xfrm>
            <a:off x="5775149" y="2466280"/>
            <a:ext cx="1765591" cy="36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Tools and Technology</a:t>
            </a:r>
          </a:p>
        </p:txBody>
      </p:sp>
      <p:sp>
        <p:nvSpPr>
          <p:cNvPr id="387" name="Google Shape;407;p34">
            <a:extLst>
              <a:ext uri="{FF2B5EF4-FFF2-40B4-BE49-F238E27FC236}">
                <a16:creationId xmlns:a16="http://schemas.microsoft.com/office/drawing/2014/main" id="{61C57216-A060-06EC-6EF0-F339E2571A26}"/>
              </a:ext>
            </a:extLst>
          </p:cNvPr>
          <p:cNvSpPr txBox="1">
            <a:spLocks/>
          </p:cNvSpPr>
          <p:nvPr/>
        </p:nvSpPr>
        <p:spPr>
          <a:xfrm>
            <a:off x="4947321" y="2963688"/>
            <a:ext cx="759000" cy="626575"/>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layfair Display Medium"/>
              <a:buNone/>
              <a:defRPr sz="2000" b="0" i="0" u="none" strike="noStrike" cap="none">
                <a:solidFill>
                  <a:schemeClr val="dk1"/>
                </a:solidFill>
                <a:latin typeface="Playfair Display Medium"/>
                <a:ea typeface="Playfair Display Medium"/>
                <a:cs typeface="Playfair Display Medium"/>
                <a:sym typeface="Playfair Display Medium"/>
              </a:defRPr>
            </a:lvl1pPr>
            <a:lvl2pPr marR="0" lvl="1"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2pPr>
            <a:lvl3pPr marR="0" lvl="2"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3pPr>
            <a:lvl4pPr marR="0" lvl="3"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4pPr>
            <a:lvl5pPr marR="0" lvl="4"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5pPr>
            <a:lvl6pPr marR="0" lvl="5"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6pPr>
            <a:lvl7pPr marR="0" lvl="6"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7pPr>
            <a:lvl8pPr marR="0" lvl="7"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8pPr>
            <a:lvl9pPr marR="0" lvl="8"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9pPr>
          </a:lstStyle>
          <a:p>
            <a:r>
              <a:rPr lang="en" dirty="0"/>
              <a:t>07</a:t>
            </a:r>
          </a:p>
        </p:txBody>
      </p:sp>
      <p:sp>
        <p:nvSpPr>
          <p:cNvPr id="388" name="Google Shape;415;p34">
            <a:extLst>
              <a:ext uri="{FF2B5EF4-FFF2-40B4-BE49-F238E27FC236}">
                <a16:creationId xmlns:a16="http://schemas.microsoft.com/office/drawing/2014/main" id="{D54F860D-3845-551F-6AF0-BA8FEA3C1358}"/>
              </a:ext>
            </a:extLst>
          </p:cNvPr>
          <p:cNvSpPr txBox="1">
            <a:spLocks/>
          </p:cNvSpPr>
          <p:nvPr/>
        </p:nvSpPr>
        <p:spPr>
          <a:xfrm>
            <a:off x="5775149" y="3138751"/>
            <a:ext cx="2207146" cy="45151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Implementation</a:t>
            </a:r>
          </a:p>
        </p:txBody>
      </p:sp>
      <p:sp>
        <p:nvSpPr>
          <p:cNvPr id="389" name="Google Shape;407;p34">
            <a:extLst>
              <a:ext uri="{FF2B5EF4-FFF2-40B4-BE49-F238E27FC236}">
                <a16:creationId xmlns:a16="http://schemas.microsoft.com/office/drawing/2014/main" id="{D8690112-EA92-FC73-E712-ECF2D618D654}"/>
              </a:ext>
            </a:extLst>
          </p:cNvPr>
          <p:cNvSpPr txBox="1">
            <a:spLocks/>
          </p:cNvSpPr>
          <p:nvPr/>
        </p:nvSpPr>
        <p:spPr>
          <a:xfrm>
            <a:off x="4947321" y="3819008"/>
            <a:ext cx="759000" cy="626575"/>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layfair Display Medium"/>
              <a:buNone/>
              <a:defRPr sz="2000" b="0" i="0" u="none" strike="noStrike" cap="none">
                <a:solidFill>
                  <a:schemeClr val="dk1"/>
                </a:solidFill>
                <a:latin typeface="Playfair Display Medium"/>
                <a:ea typeface="Playfair Display Medium"/>
                <a:cs typeface="Playfair Display Medium"/>
                <a:sym typeface="Playfair Display Medium"/>
              </a:defRPr>
            </a:lvl1pPr>
            <a:lvl2pPr marR="0" lvl="1"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2pPr>
            <a:lvl3pPr marR="0" lvl="2"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3pPr>
            <a:lvl4pPr marR="0" lvl="3"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4pPr>
            <a:lvl5pPr marR="0" lvl="4"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5pPr>
            <a:lvl6pPr marR="0" lvl="5"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6pPr>
            <a:lvl7pPr marR="0" lvl="6"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7pPr>
            <a:lvl8pPr marR="0" lvl="7"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8pPr>
            <a:lvl9pPr marR="0" lvl="8"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9pPr>
          </a:lstStyle>
          <a:p>
            <a:r>
              <a:rPr lang="en" dirty="0"/>
              <a:t>08</a:t>
            </a:r>
          </a:p>
        </p:txBody>
      </p:sp>
      <p:sp>
        <p:nvSpPr>
          <p:cNvPr id="390" name="Google Shape;415;p34">
            <a:extLst>
              <a:ext uri="{FF2B5EF4-FFF2-40B4-BE49-F238E27FC236}">
                <a16:creationId xmlns:a16="http://schemas.microsoft.com/office/drawing/2014/main" id="{B11889C3-D603-B855-4501-6D054B32DB9C}"/>
              </a:ext>
            </a:extLst>
          </p:cNvPr>
          <p:cNvSpPr txBox="1">
            <a:spLocks/>
          </p:cNvSpPr>
          <p:nvPr/>
        </p:nvSpPr>
        <p:spPr>
          <a:xfrm>
            <a:off x="5775149" y="3994071"/>
            <a:ext cx="2113075" cy="36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SWOT Analysis</a:t>
            </a:r>
          </a:p>
        </p:txBody>
      </p:sp>
      <p:sp>
        <p:nvSpPr>
          <p:cNvPr id="2" name="Google Shape;432;p35">
            <a:extLst>
              <a:ext uri="{FF2B5EF4-FFF2-40B4-BE49-F238E27FC236}">
                <a16:creationId xmlns:a16="http://schemas.microsoft.com/office/drawing/2014/main" id="{8190166C-6D4C-19D9-2547-BE9B12B27B02}"/>
              </a:ext>
            </a:extLst>
          </p:cNvPr>
          <p:cNvSpPr txBox="1">
            <a:spLocks/>
          </p:cNvSpPr>
          <p:nvPr/>
        </p:nvSpPr>
        <p:spPr>
          <a:xfrm>
            <a:off x="8622506" y="4777800"/>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35"/>
          <p:cNvSpPr txBox="1">
            <a:spLocks noGrp="1"/>
          </p:cNvSpPr>
          <p:nvPr>
            <p:ph type="title" idx="2"/>
          </p:nvPr>
        </p:nvSpPr>
        <p:spPr>
          <a:xfrm>
            <a:off x="3991350" y="1222967"/>
            <a:ext cx="1161300" cy="1161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431" name="Google Shape;431;p35"/>
          <p:cNvSpPr txBox="1">
            <a:spLocks noGrp="1"/>
          </p:cNvSpPr>
          <p:nvPr>
            <p:ph type="title"/>
          </p:nvPr>
        </p:nvSpPr>
        <p:spPr>
          <a:xfrm>
            <a:off x="1778550" y="2468535"/>
            <a:ext cx="5586900"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432" name="Google Shape;432;p35"/>
          <p:cNvSpPr txBox="1">
            <a:spLocks noGrp="1"/>
          </p:cNvSpPr>
          <p:nvPr>
            <p:ph type="subTitle" idx="1"/>
          </p:nvPr>
        </p:nvSpPr>
        <p:spPr>
          <a:xfrm>
            <a:off x="1780650" y="3554833"/>
            <a:ext cx="5582700" cy="36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The Last Draw: Card Slayer</a:t>
            </a:r>
            <a:endParaRPr dirty="0"/>
          </a:p>
        </p:txBody>
      </p:sp>
      <p:cxnSp>
        <p:nvCxnSpPr>
          <p:cNvPr id="433" name="Google Shape;433;p35"/>
          <p:cNvCxnSpPr/>
          <p:nvPr/>
        </p:nvCxnSpPr>
        <p:spPr>
          <a:xfrm>
            <a:off x="2326500" y="3515150"/>
            <a:ext cx="4491000" cy="0"/>
          </a:xfrm>
          <a:prstGeom prst="straightConnector1">
            <a:avLst/>
          </a:prstGeom>
          <a:noFill/>
          <a:ln w="9525" cap="flat" cmpd="sng">
            <a:solidFill>
              <a:schemeClr val="lt1"/>
            </a:solidFill>
            <a:prstDash val="solid"/>
            <a:round/>
            <a:headEnd type="none" w="med" len="med"/>
            <a:tailEnd type="none" w="med" len="med"/>
          </a:ln>
        </p:spPr>
      </p:cxnSp>
      <p:sp>
        <p:nvSpPr>
          <p:cNvPr id="2" name="Google Shape;432;p35">
            <a:extLst>
              <a:ext uri="{FF2B5EF4-FFF2-40B4-BE49-F238E27FC236}">
                <a16:creationId xmlns:a16="http://schemas.microsoft.com/office/drawing/2014/main" id="{4A5B5F78-29B9-D78D-F031-19F3BAEAD34A}"/>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6"/>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443" name="Google Shape;443;p36"/>
          <p:cNvSpPr txBox="1">
            <a:spLocks noGrp="1"/>
          </p:cNvSpPr>
          <p:nvPr>
            <p:ph type="title" idx="6"/>
          </p:nvPr>
        </p:nvSpPr>
        <p:spPr>
          <a:xfrm>
            <a:off x="2456654" y="1923954"/>
            <a:ext cx="3861000"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What is this Project about?</a:t>
            </a:r>
            <a:endParaRPr dirty="0"/>
          </a:p>
        </p:txBody>
      </p:sp>
      <p:sp>
        <p:nvSpPr>
          <p:cNvPr id="447" name="Google Shape;447;p36"/>
          <p:cNvSpPr/>
          <p:nvPr/>
        </p:nvSpPr>
        <p:spPr>
          <a:xfrm>
            <a:off x="1606704" y="1716816"/>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8" name="Google Shape;458;p36"/>
          <p:cNvGrpSpPr/>
          <p:nvPr/>
        </p:nvGrpSpPr>
        <p:grpSpPr>
          <a:xfrm>
            <a:off x="1834541" y="1928329"/>
            <a:ext cx="303325" cy="335975"/>
            <a:chOff x="1772075" y="1297275"/>
            <a:chExt cx="303325" cy="335975"/>
          </a:xfrm>
        </p:grpSpPr>
        <p:sp>
          <p:nvSpPr>
            <p:cNvPr id="459" name="Google Shape;459;p36"/>
            <p:cNvSpPr/>
            <p:nvPr/>
          </p:nvSpPr>
          <p:spPr>
            <a:xfrm>
              <a:off x="1772075" y="1297275"/>
              <a:ext cx="303325" cy="335975"/>
            </a:xfrm>
            <a:custGeom>
              <a:avLst/>
              <a:gdLst/>
              <a:ahLst/>
              <a:cxnLst/>
              <a:rect l="l" t="t" r="r" b="b"/>
              <a:pathLst>
                <a:path w="12133" h="13439" extrusionOk="0">
                  <a:moveTo>
                    <a:pt x="467" y="0"/>
                  </a:moveTo>
                  <a:lnTo>
                    <a:pt x="281" y="47"/>
                  </a:lnTo>
                  <a:lnTo>
                    <a:pt x="141" y="140"/>
                  </a:lnTo>
                  <a:lnTo>
                    <a:pt x="1" y="280"/>
                  </a:lnTo>
                  <a:lnTo>
                    <a:pt x="1" y="467"/>
                  </a:lnTo>
                  <a:lnTo>
                    <a:pt x="1" y="11618"/>
                  </a:lnTo>
                  <a:lnTo>
                    <a:pt x="1" y="11805"/>
                  </a:lnTo>
                  <a:lnTo>
                    <a:pt x="141" y="11945"/>
                  </a:lnTo>
                  <a:lnTo>
                    <a:pt x="281" y="12038"/>
                  </a:lnTo>
                  <a:lnTo>
                    <a:pt x="467" y="12085"/>
                  </a:lnTo>
                  <a:lnTo>
                    <a:pt x="3034" y="12085"/>
                  </a:lnTo>
                  <a:lnTo>
                    <a:pt x="3080" y="12038"/>
                  </a:lnTo>
                  <a:lnTo>
                    <a:pt x="3127" y="11992"/>
                  </a:lnTo>
                  <a:lnTo>
                    <a:pt x="3127" y="11898"/>
                  </a:lnTo>
                  <a:lnTo>
                    <a:pt x="3127" y="11805"/>
                  </a:lnTo>
                  <a:lnTo>
                    <a:pt x="3080" y="11758"/>
                  </a:lnTo>
                  <a:lnTo>
                    <a:pt x="3034" y="11712"/>
                  </a:lnTo>
                  <a:lnTo>
                    <a:pt x="467" y="11712"/>
                  </a:lnTo>
                  <a:lnTo>
                    <a:pt x="421" y="11665"/>
                  </a:lnTo>
                  <a:lnTo>
                    <a:pt x="374" y="11618"/>
                  </a:lnTo>
                  <a:lnTo>
                    <a:pt x="374" y="467"/>
                  </a:lnTo>
                  <a:lnTo>
                    <a:pt x="421" y="420"/>
                  </a:lnTo>
                  <a:lnTo>
                    <a:pt x="11713" y="420"/>
                  </a:lnTo>
                  <a:lnTo>
                    <a:pt x="11713" y="467"/>
                  </a:lnTo>
                  <a:lnTo>
                    <a:pt x="11713" y="11618"/>
                  </a:lnTo>
                  <a:lnTo>
                    <a:pt x="11713" y="11665"/>
                  </a:lnTo>
                  <a:lnTo>
                    <a:pt x="11666" y="11712"/>
                  </a:lnTo>
                  <a:lnTo>
                    <a:pt x="10453" y="11712"/>
                  </a:lnTo>
                  <a:lnTo>
                    <a:pt x="10359" y="11758"/>
                  </a:lnTo>
                  <a:lnTo>
                    <a:pt x="10313" y="11805"/>
                  </a:lnTo>
                  <a:lnTo>
                    <a:pt x="10313" y="11898"/>
                  </a:lnTo>
                  <a:lnTo>
                    <a:pt x="10313" y="12972"/>
                  </a:lnTo>
                  <a:lnTo>
                    <a:pt x="10266" y="13065"/>
                  </a:lnTo>
                  <a:lnTo>
                    <a:pt x="10173" y="13018"/>
                  </a:lnTo>
                  <a:lnTo>
                    <a:pt x="8913" y="11758"/>
                  </a:lnTo>
                  <a:lnTo>
                    <a:pt x="8820" y="11712"/>
                  </a:lnTo>
                  <a:lnTo>
                    <a:pt x="3920" y="11712"/>
                  </a:lnTo>
                  <a:lnTo>
                    <a:pt x="3827" y="11758"/>
                  </a:lnTo>
                  <a:lnTo>
                    <a:pt x="3780" y="11898"/>
                  </a:lnTo>
                  <a:lnTo>
                    <a:pt x="3827" y="12038"/>
                  </a:lnTo>
                  <a:lnTo>
                    <a:pt x="3920" y="12085"/>
                  </a:lnTo>
                  <a:lnTo>
                    <a:pt x="8680" y="12085"/>
                  </a:lnTo>
                  <a:lnTo>
                    <a:pt x="9893" y="13298"/>
                  </a:lnTo>
                  <a:lnTo>
                    <a:pt x="10033" y="13392"/>
                  </a:lnTo>
                  <a:lnTo>
                    <a:pt x="10173" y="13438"/>
                  </a:lnTo>
                  <a:lnTo>
                    <a:pt x="10406" y="13438"/>
                  </a:lnTo>
                  <a:lnTo>
                    <a:pt x="10546" y="13345"/>
                  </a:lnTo>
                  <a:lnTo>
                    <a:pt x="10639" y="13252"/>
                  </a:lnTo>
                  <a:lnTo>
                    <a:pt x="10686" y="13112"/>
                  </a:lnTo>
                  <a:lnTo>
                    <a:pt x="10686" y="12972"/>
                  </a:lnTo>
                  <a:lnTo>
                    <a:pt x="10686" y="12085"/>
                  </a:lnTo>
                  <a:lnTo>
                    <a:pt x="11666" y="12085"/>
                  </a:lnTo>
                  <a:lnTo>
                    <a:pt x="11853" y="12038"/>
                  </a:lnTo>
                  <a:lnTo>
                    <a:pt x="11993" y="11945"/>
                  </a:lnTo>
                  <a:lnTo>
                    <a:pt x="12086" y="11805"/>
                  </a:lnTo>
                  <a:lnTo>
                    <a:pt x="12133" y="11618"/>
                  </a:lnTo>
                  <a:lnTo>
                    <a:pt x="12133" y="467"/>
                  </a:lnTo>
                  <a:lnTo>
                    <a:pt x="12086" y="280"/>
                  </a:lnTo>
                  <a:lnTo>
                    <a:pt x="11993" y="140"/>
                  </a:lnTo>
                  <a:lnTo>
                    <a:pt x="11853" y="47"/>
                  </a:lnTo>
                  <a:lnTo>
                    <a:pt x="116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6"/>
            <p:cNvSpPr/>
            <p:nvPr/>
          </p:nvSpPr>
          <p:spPr>
            <a:xfrm>
              <a:off x="1899225" y="1522400"/>
              <a:ext cx="45525" cy="44350"/>
            </a:xfrm>
            <a:custGeom>
              <a:avLst/>
              <a:gdLst/>
              <a:ahLst/>
              <a:cxnLst/>
              <a:rect l="l" t="t" r="r" b="b"/>
              <a:pathLst>
                <a:path w="1821" h="1774" extrusionOk="0">
                  <a:moveTo>
                    <a:pt x="934" y="374"/>
                  </a:moveTo>
                  <a:lnTo>
                    <a:pt x="1121" y="420"/>
                  </a:lnTo>
                  <a:lnTo>
                    <a:pt x="1261" y="514"/>
                  </a:lnTo>
                  <a:lnTo>
                    <a:pt x="1354" y="654"/>
                  </a:lnTo>
                  <a:lnTo>
                    <a:pt x="1401" y="887"/>
                  </a:lnTo>
                  <a:lnTo>
                    <a:pt x="1401" y="1074"/>
                  </a:lnTo>
                  <a:lnTo>
                    <a:pt x="1261" y="1260"/>
                  </a:lnTo>
                  <a:lnTo>
                    <a:pt x="1121" y="1354"/>
                  </a:lnTo>
                  <a:lnTo>
                    <a:pt x="934" y="1400"/>
                  </a:lnTo>
                  <a:lnTo>
                    <a:pt x="701" y="1354"/>
                  </a:lnTo>
                  <a:lnTo>
                    <a:pt x="561" y="1260"/>
                  </a:lnTo>
                  <a:lnTo>
                    <a:pt x="467" y="1074"/>
                  </a:lnTo>
                  <a:lnTo>
                    <a:pt x="421" y="887"/>
                  </a:lnTo>
                  <a:lnTo>
                    <a:pt x="467" y="654"/>
                  </a:lnTo>
                  <a:lnTo>
                    <a:pt x="561" y="514"/>
                  </a:lnTo>
                  <a:lnTo>
                    <a:pt x="747" y="420"/>
                  </a:lnTo>
                  <a:lnTo>
                    <a:pt x="934" y="374"/>
                  </a:lnTo>
                  <a:close/>
                  <a:moveTo>
                    <a:pt x="747" y="0"/>
                  </a:moveTo>
                  <a:lnTo>
                    <a:pt x="561" y="47"/>
                  </a:lnTo>
                  <a:lnTo>
                    <a:pt x="421" y="140"/>
                  </a:lnTo>
                  <a:lnTo>
                    <a:pt x="281" y="280"/>
                  </a:lnTo>
                  <a:lnTo>
                    <a:pt x="187" y="374"/>
                  </a:lnTo>
                  <a:lnTo>
                    <a:pt x="94" y="560"/>
                  </a:lnTo>
                  <a:lnTo>
                    <a:pt x="47" y="700"/>
                  </a:lnTo>
                  <a:lnTo>
                    <a:pt x="1" y="887"/>
                  </a:lnTo>
                  <a:lnTo>
                    <a:pt x="47" y="1120"/>
                  </a:lnTo>
                  <a:lnTo>
                    <a:pt x="94" y="1260"/>
                  </a:lnTo>
                  <a:lnTo>
                    <a:pt x="187" y="1447"/>
                  </a:lnTo>
                  <a:lnTo>
                    <a:pt x="327" y="1540"/>
                  </a:lnTo>
                  <a:lnTo>
                    <a:pt x="467" y="1634"/>
                  </a:lnTo>
                  <a:lnTo>
                    <a:pt x="607" y="1727"/>
                  </a:lnTo>
                  <a:lnTo>
                    <a:pt x="747" y="1774"/>
                  </a:lnTo>
                  <a:lnTo>
                    <a:pt x="1074" y="1774"/>
                  </a:lnTo>
                  <a:lnTo>
                    <a:pt x="1261" y="1727"/>
                  </a:lnTo>
                  <a:lnTo>
                    <a:pt x="1401" y="1634"/>
                  </a:lnTo>
                  <a:lnTo>
                    <a:pt x="1541" y="1540"/>
                  </a:lnTo>
                  <a:lnTo>
                    <a:pt x="1634" y="1447"/>
                  </a:lnTo>
                  <a:lnTo>
                    <a:pt x="1727" y="1260"/>
                  </a:lnTo>
                  <a:lnTo>
                    <a:pt x="1774" y="1120"/>
                  </a:lnTo>
                  <a:lnTo>
                    <a:pt x="1821" y="887"/>
                  </a:lnTo>
                  <a:lnTo>
                    <a:pt x="1821" y="700"/>
                  </a:lnTo>
                  <a:lnTo>
                    <a:pt x="1727" y="560"/>
                  </a:lnTo>
                  <a:lnTo>
                    <a:pt x="1681" y="374"/>
                  </a:lnTo>
                  <a:lnTo>
                    <a:pt x="1541" y="280"/>
                  </a:lnTo>
                  <a:lnTo>
                    <a:pt x="1401" y="140"/>
                  </a:lnTo>
                  <a:lnTo>
                    <a:pt x="1261" y="47"/>
                  </a:lnTo>
                  <a:lnTo>
                    <a:pt x="1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6"/>
            <p:cNvSpPr/>
            <p:nvPr/>
          </p:nvSpPr>
          <p:spPr>
            <a:xfrm>
              <a:off x="1847900" y="1333425"/>
              <a:ext cx="148175" cy="179675"/>
            </a:xfrm>
            <a:custGeom>
              <a:avLst/>
              <a:gdLst/>
              <a:ahLst/>
              <a:cxnLst/>
              <a:rect l="l" t="t" r="r" b="b"/>
              <a:pathLst>
                <a:path w="5927" h="7187" extrusionOk="0">
                  <a:moveTo>
                    <a:pt x="2894" y="0"/>
                  </a:moveTo>
                  <a:lnTo>
                    <a:pt x="2520" y="47"/>
                  </a:lnTo>
                  <a:lnTo>
                    <a:pt x="2147" y="140"/>
                  </a:lnTo>
                  <a:lnTo>
                    <a:pt x="1774" y="280"/>
                  </a:lnTo>
                  <a:lnTo>
                    <a:pt x="1447" y="467"/>
                  </a:lnTo>
                  <a:lnTo>
                    <a:pt x="1121" y="654"/>
                  </a:lnTo>
                  <a:lnTo>
                    <a:pt x="841" y="934"/>
                  </a:lnTo>
                  <a:lnTo>
                    <a:pt x="607" y="1214"/>
                  </a:lnTo>
                  <a:lnTo>
                    <a:pt x="374" y="1494"/>
                  </a:lnTo>
                  <a:lnTo>
                    <a:pt x="187" y="1867"/>
                  </a:lnTo>
                  <a:lnTo>
                    <a:pt x="94" y="2240"/>
                  </a:lnTo>
                  <a:lnTo>
                    <a:pt x="1" y="2660"/>
                  </a:lnTo>
                  <a:lnTo>
                    <a:pt x="47" y="2847"/>
                  </a:lnTo>
                  <a:lnTo>
                    <a:pt x="141" y="3033"/>
                  </a:lnTo>
                  <a:lnTo>
                    <a:pt x="281" y="3127"/>
                  </a:lnTo>
                  <a:lnTo>
                    <a:pt x="467" y="3173"/>
                  </a:lnTo>
                  <a:lnTo>
                    <a:pt x="1354" y="3173"/>
                  </a:lnTo>
                  <a:lnTo>
                    <a:pt x="1494" y="3127"/>
                  </a:lnTo>
                  <a:lnTo>
                    <a:pt x="1634" y="3080"/>
                  </a:lnTo>
                  <a:lnTo>
                    <a:pt x="1727" y="2940"/>
                  </a:lnTo>
                  <a:lnTo>
                    <a:pt x="1821" y="2800"/>
                  </a:lnTo>
                  <a:lnTo>
                    <a:pt x="1867" y="2520"/>
                  </a:lnTo>
                  <a:lnTo>
                    <a:pt x="1960" y="2334"/>
                  </a:lnTo>
                  <a:lnTo>
                    <a:pt x="2100" y="2147"/>
                  </a:lnTo>
                  <a:lnTo>
                    <a:pt x="2287" y="2007"/>
                  </a:lnTo>
                  <a:lnTo>
                    <a:pt x="2427" y="1914"/>
                  </a:lnTo>
                  <a:lnTo>
                    <a:pt x="2614" y="1867"/>
                  </a:lnTo>
                  <a:lnTo>
                    <a:pt x="2847" y="1820"/>
                  </a:lnTo>
                  <a:lnTo>
                    <a:pt x="3220" y="1820"/>
                  </a:lnTo>
                  <a:lnTo>
                    <a:pt x="3407" y="1914"/>
                  </a:lnTo>
                  <a:lnTo>
                    <a:pt x="3594" y="1960"/>
                  </a:lnTo>
                  <a:lnTo>
                    <a:pt x="3780" y="2100"/>
                  </a:lnTo>
                  <a:lnTo>
                    <a:pt x="3920" y="2240"/>
                  </a:lnTo>
                  <a:lnTo>
                    <a:pt x="4014" y="2427"/>
                  </a:lnTo>
                  <a:lnTo>
                    <a:pt x="4107" y="2660"/>
                  </a:lnTo>
                  <a:lnTo>
                    <a:pt x="4154" y="2893"/>
                  </a:lnTo>
                  <a:lnTo>
                    <a:pt x="4154" y="3127"/>
                  </a:lnTo>
                  <a:lnTo>
                    <a:pt x="4060" y="3360"/>
                  </a:lnTo>
                  <a:lnTo>
                    <a:pt x="3967" y="3593"/>
                  </a:lnTo>
                  <a:lnTo>
                    <a:pt x="3827" y="3780"/>
                  </a:lnTo>
                  <a:lnTo>
                    <a:pt x="3640" y="3920"/>
                  </a:lnTo>
                  <a:lnTo>
                    <a:pt x="3454" y="4060"/>
                  </a:lnTo>
                  <a:lnTo>
                    <a:pt x="3220" y="4107"/>
                  </a:lnTo>
                  <a:lnTo>
                    <a:pt x="2987" y="4153"/>
                  </a:lnTo>
                  <a:lnTo>
                    <a:pt x="2800" y="4153"/>
                  </a:lnTo>
                  <a:lnTo>
                    <a:pt x="2614" y="4200"/>
                  </a:lnTo>
                  <a:lnTo>
                    <a:pt x="2474" y="4293"/>
                  </a:lnTo>
                  <a:lnTo>
                    <a:pt x="2334" y="4433"/>
                  </a:lnTo>
                  <a:lnTo>
                    <a:pt x="2240" y="4527"/>
                  </a:lnTo>
                  <a:lnTo>
                    <a:pt x="2147" y="4713"/>
                  </a:lnTo>
                  <a:lnTo>
                    <a:pt x="2100" y="4853"/>
                  </a:lnTo>
                  <a:lnTo>
                    <a:pt x="2054" y="5040"/>
                  </a:lnTo>
                  <a:lnTo>
                    <a:pt x="2054" y="6720"/>
                  </a:lnTo>
                  <a:lnTo>
                    <a:pt x="2100" y="6906"/>
                  </a:lnTo>
                  <a:lnTo>
                    <a:pt x="2194" y="7046"/>
                  </a:lnTo>
                  <a:lnTo>
                    <a:pt x="2334" y="7140"/>
                  </a:lnTo>
                  <a:lnTo>
                    <a:pt x="2520" y="7186"/>
                  </a:lnTo>
                  <a:lnTo>
                    <a:pt x="3407" y="7186"/>
                  </a:lnTo>
                  <a:lnTo>
                    <a:pt x="3594" y="7140"/>
                  </a:lnTo>
                  <a:lnTo>
                    <a:pt x="3734" y="7046"/>
                  </a:lnTo>
                  <a:lnTo>
                    <a:pt x="3827" y="6906"/>
                  </a:lnTo>
                  <a:lnTo>
                    <a:pt x="3874" y="6720"/>
                  </a:lnTo>
                  <a:lnTo>
                    <a:pt x="3874" y="5833"/>
                  </a:lnTo>
                  <a:lnTo>
                    <a:pt x="3920" y="5786"/>
                  </a:lnTo>
                  <a:lnTo>
                    <a:pt x="4340" y="5600"/>
                  </a:lnTo>
                  <a:lnTo>
                    <a:pt x="4760" y="5320"/>
                  </a:lnTo>
                  <a:lnTo>
                    <a:pt x="5087" y="4993"/>
                  </a:lnTo>
                  <a:lnTo>
                    <a:pt x="5413" y="4620"/>
                  </a:lnTo>
                  <a:lnTo>
                    <a:pt x="5647" y="4200"/>
                  </a:lnTo>
                  <a:lnTo>
                    <a:pt x="5833" y="3780"/>
                  </a:lnTo>
                  <a:lnTo>
                    <a:pt x="5927" y="3313"/>
                  </a:lnTo>
                  <a:lnTo>
                    <a:pt x="5927" y="2800"/>
                  </a:lnTo>
                  <a:lnTo>
                    <a:pt x="5880" y="2427"/>
                  </a:lnTo>
                  <a:lnTo>
                    <a:pt x="5787" y="2100"/>
                  </a:lnTo>
                  <a:lnTo>
                    <a:pt x="5647" y="1727"/>
                  </a:lnTo>
                  <a:lnTo>
                    <a:pt x="5460" y="1400"/>
                  </a:lnTo>
                  <a:lnTo>
                    <a:pt x="5413" y="1354"/>
                  </a:lnTo>
                  <a:lnTo>
                    <a:pt x="5367" y="1307"/>
                  </a:lnTo>
                  <a:lnTo>
                    <a:pt x="5227" y="1354"/>
                  </a:lnTo>
                  <a:lnTo>
                    <a:pt x="5133" y="1447"/>
                  </a:lnTo>
                  <a:lnTo>
                    <a:pt x="5133" y="1540"/>
                  </a:lnTo>
                  <a:lnTo>
                    <a:pt x="5133" y="1634"/>
                  </a:lnTo>
                  <a:lnTo>
                    <a:pt x="5320" y="1867"/>
                  </a:lnTo>
                  <a:lnTo>
                    <a:pt x="5413" y="2147"/>
                  </a:lnTo>
                  <a:lnTo>
                    <a:pt x="5507" y="2427"/>
                  </a:lnTo>
                  <a:lnTo>
                    <a:pt x="5553" y="2707"/>
                  </a:lnTo>
                  <a:lnTo>
                    <a:pt x="5553" y="2987"/>
                  </a:lnTo>
                  <a:lnTo>
                    <a:pt x="5507" y="3267"/>
                  </a:lnTo>
                  <a:lnTo>
                    <a:pt x="5460" y="3547"/>
                  </a:lnTo>
                  <a:lnTo>
                    <a:pt x="5367" y="3827"/>
                  </a:lnTo>
                  <a:lnTo>
                    <a:pt x="5273" y="4107"/>
                  </a:lnTo>
                  <a:lnTo>
                    <a:pt x="5133" y="4340"/>
                  </a:lnTo>
                  <a:lnTo>
                    <a:pt x="4947" y="4573"/>
                  </a:lnTo>
                  <a:lnTo>
                    <a:pt x="4760" y="4807"/>
                  </a:lnTo>
                  <a:lnTo>
                    <a:pt x="4573" y="4993"/>
                  </a:lnTo>
                  <a:lnTo>
                    <a:pt x="4340" y="5133"/>
                  </a:lnTo>
                  <a:lnTo>
                    <a:pt x="4060" y="5273"/>
                  </a:lnTo>
                  <a:lnTo>
                    <a:pt x="3780" y="5413"/>
                  </a:lnTo>
                  <a:lnTo>
                    <a:pt x="3640" y="5460"/>
                  </a:lnTo>
                  <a:lnTo>
                    <a:pt x="3547" y="5553"/>
                  </a:lnTo>
                  <a:lnTo>
                    <a:pt x="3500" y="5693"/>
                  </a:lnTo>
                  <a:lnTo>
                    <a:pt x="3454" y="5833"/>
                  </a:lnTo>
                  <a:lnTo>
                    <a:pt x="3454" y="6720"/>
                  </a:lnTo>
                  <a:lnTo>
                    <a:pt x="3454" y="6766"/>
                  </a:lnTo>
                  <a:lnTo>
                    <a:pt x="3407" y="6813"/>
                  </a:lnTo>
                  <a:lnTo>
                    <a:pt x="2520" y="6813"/>
                  </a:lnTo>
                  <a:lnTo>
                    <a:pt x="2474" y="6766"/>
                  </a:lnTo>
                  <a:lnTo>
                    <a:pt x="2474" y="6720"/>
                  </a:lnTo>
                  <a:lnTo>
                    <a:pt x="2474" y="5040"/>
                  </a:lnTo>
                  <a:lnTo>
                    <a:pt x="2520" y="4853"/>
                  </a:lnTo>
                  <a:lnTo>
                    <a:pt x="2614" y="4713"/>
                  </a:lnTo>
                  <a:lnTo>
                    <a:pt x="2800" y="4573"/>
                  </a:lnTo>
                  <a:lnTo>
                    <a:pt x="2987" y="4527"/>
                  </a:lnTo>
                  <a:lnTo>
                    <a:pt x="3314" y="4527"/>
                  </a:lnTo>
                  <a:lnTo>
                    <a:pt x="3594" y="4387"/>
                  </a:lnTo>
                  <a:lnTo>
                    <a:pt x="3874" y="4247"/>
                  </a:lnTo>
                  <a:lnTo>
                    <a:pt x="4107" y="4060"/>
                  </a:lnTo>
                  <a:lnTo>
                    <a:pt x="4294" y="3780"/>
                  </a:lnTo>
                  <a:lnTo>
                    <a:pt x="4434" y="3500"/>
                  </a:lnTo>
                  <a:lnTo>
                    <a:pt x="4527" y="3220"/>
                  </a:lnTo>
                  <a:lnTo>
                    <a:pt x="4527" y="2893"/>
                  </a:lnTo>
                  <a:lnTo>
                    <a:pt x="4480" y="2567"/>
                  </a:lnTo>
                  <a:lnTo>
                    <a:pt x="4387" y="2287"/>
                  </a:lnTo>
                  <a:lnTo>
                    <a:pt x="4247" y="2007"/>
                  </a:lnTo>
                  <a:lnTo>
                    <a:pt x="4060" y="1820"/>
                  </a:lnTo>
                  <a:lnTo>
                    <a:pt x="3827" y="1634"/>
                  </a:lnTo>
                  <a:lnTo>
                    <a:pt x="3594" y="1540"/>
                  </a:lnTo>
                  <a:lnTo>
                    <a:pt x="3314" y="1447"/>
                  </a:lnTo>
                  <a:lnTo>
                    <a:pt x="3080" y="1400"/>
                  </a:lnTo>
                  <a:lnTo>
                    <a:pt x="2800" y="1400"/>
                  </a:lnTo>
                  <a:lnTo>
                    <a:pt x="2520" y="1494"/>
                  </a:lnTo>
                  <a:lnTo>
                    <a:pt x="2287" y="1587"/>
                  </a:lnTo>
                  <a:lnTo>
                    <a:pt x="2054" y="1727"/>
                  </a:lnTo>
                  <a:lnTo>
                    <a:pt x="1821" y="1867"/>
                  </a:lnTo>
                  <a:lnTo>
                    <a:pt x="1634" y="2100"/>
                  </a:lnTo>
                  <a:lnTo>
                    <a:pt x="1494" y="2380"/>
                  </a:lnTo>
                  <a:lnTo>
                    <a:pt x="1401" y="2707"/>
                  </a:lnTo>
                  <a:lnTo>
                    <a:pt x="1401" y="2753"/>
                  </a:lnTo>
                  <a:lnTo>
                    <a:pt x="421" y="2753"/>
                  </a:lnTo>
                  <a:lnTo>
                    <a:pt x="421" y="2707"/>
                  </a:lnTo>
                  <a:lnTo>
                    <a:pt x="467" y="2334"/>
                  </a:lnTo>
                  <a:lnTo>
                    <a:pt x="561" y="2007"/>
                  </a:lnTo>
                  <a:lnTo>
                    <a:pt x="747" y="1727"/>
                  </a:lnTo>
                  <a:lnTo>
                    <a:pt x="934" y="1447"/>
                  </a:lnTo>
                  <a:lnTo>
                    <a:pt x="1121" y="1167"/>
                  </a:lnTo>
                  <a:lnTo>
                    <a:pt x="1401" y="980"/>
                  </a:lnTo>
                  <a:lnTo>
                    <a:pt x="1634" y="794"/>
                  </a:lnTo>
                  <a:lnTo>
                    <a:pt x="1960" y="654"/>
                  </a:lnTo>
                  <a:lnTo>
                    <a:pt x="2240" y="514"/>
                  </a:lnTo>
                  <a:lnTo>
                    <a:pt x="2567" y="467"/>
                  </a:lnTo>
                  <a:lnTo>
                    <a:pt x="2894" y="420"/>
                  </a:lnTo>
                  <a:lnTo>
                    <a:pt x="3220" y="420"/>
                  </a:lnTo>
                  <a:lnTo>
                    <a:pt x="3547" y="467"/>
                  </a:lnTo>
                  <a:lnTo>
                    <a:pt x="3874" y="560"/>
                  </a:lnTo>
                  <a:lnTo>
                    <a:pt x="4200" y="700"/>
                  </a:lnTo>
                  <a:lnTo>
                    <a:pt x="4480" y="887"/>
                  </a:lnTo>
                  <a:lnTo>
                    <a:pt x="4573" y="934"/>
                  </a:lnTo>
                  <a:lnTo>
                    <a:pt x="4620" y="934"/>
                  </a:lnTo>
                  <a:lnTo>
                    <a:pt x="4760" y="840"/>
                  </a:lnTo>
                  <a:lnTo>
                    <a:pt x="4807" y="700"/>
                  </a:lnTo>
                  <a:lnTo>
                    <a:pt x="4760" y="654"/>
                  </a:lnTo>
                  <a:lnTo>
                    <a:pt x="4713" y="607"/>
                  </a:lnTo>
                  <a:lnTo>
                    <a:pt x="4387" y="374"/>
                  </a:lnTo>
                  <a:lnTo>
                    <a:pt x="4014" y="187"/>
                  </a:lnTo>
                  <a:lnTo>
                    <a:pt x="3640" y="94"/>
                  </a:lnTo>
                  <a:lnTo>
                    <a:pt x="32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6"/>
            <p:cNvSpPr/>
            <p:nvPr/>
          </p:nvSpPr>
          <p:spPr>
            <a:xfrm>
              <a:off x="1798900" y="1499075"/>
              <a:ext cx="9375" cy="68850"/>
            </a:xfrm>
            <a:custGeom>
              <a:avLst/>
              <a:gdLst/>
              <a:ahLst/>
              <a:cxnLst/>
              <a:rect l="l" t="t" r="r" b="b"/>
              <a:pathLst>
                <a:path w="375" h="2754" extrusionOk="0">
                  <a:moveTo>
                    <a:pt x="94" y="0"/>
                  </a:moveTo>
                  <a:lnTo>
                    <a:pt x="48" y="47"/>
                  </a:lnTo>
                  <a:lnTo>
                    <a:pt x="1" y="94"/>
                  </a:lnTo>
                  <a:lnTo>
                    <a:pt x="1" y="187"/>
                  </a:lnTo>
                  <a:lnTo>
                    <a:pt x="1" y="2567"/>
                  </a:lnTo>
                  <a:lnTo>
                    <a:pt x="1" y="2613"/>
                  </a:lnTo>
                  <a:lnTo>
                    <a:pt x="48" y="2707"/>
                  </a:lnTo>
                  <a:lnTo>
                    <a:pt x="94" y="2753"/>
                  </a:lnTo>
                  <a:lnTo>
                    <a:pt x="281" y="2753"/>
                  </a:lnTo>
                  <a:lnTo>
                    <a:pt x="328" y="2707"/>
                  </a:lnTo>
                  <a:lnTo>
                    <a:pt x="374" y="2613"/>
                  </a:lnTo>
                  <a:lnTo>
                    <a:pt x="374" y="2567"/>
                  </a:lnTo>
                  <a:lnTo>
                    <a:pt x="374" y="187"/>
                  </a:lnTo>
                  <a:lnTo>
                    <a:pt x="374" y="94"/>
                  </a:lnTo>
                  <a:lnTo>
                    <a:pt x="328" y="47"/>
                  </a:lnTo>
                  <a:lnTo>
                    <a:pt x="28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6"/>
            <p:cNvSpPr/>
            <p:nvPr/>
          </p:nvSpPr>
          <p:spPr>
            <a:xfrm>
              <a:off x="2038050" y="1324100"/>
              <a:ext cx="10525" cy="44350"/>
            </a:xfrm>
            <a:custGeom>
              <a:avLst/>
              <a:gdLst/>
              <a:ahLst/>
              <a:cxnLst/>
              <a:rect l="l" t="t" r="r" b="b"/>
              <a:pathLst>
                <a:path w="421" h="1774" extrusionOk="0">
                  <a:moveTo>
                    <a:pt x="187" y="0"/>
                  </a:moveTo>
                  <a:lnTo>
                    <a:pt x="47" y="47"/>
                  </a:lnTo>
                  <a:lnTo>
                    <a:pt x="0" y="94"/>
                  </a:lnTo>
                  <a:lnTo>
                    <a:pt x="0" y="187"/>
                  </a:lnTo>
                  <a:lnTo>
                    <a:pt x="0" y="1587"/>
                  </a:lnTo>
                  <a:lnTo>
                    <a:pt x="0" y="1680"/>
                  </a:lnTo>
                  <a:lnTo>
                    <a:pt x="47" y="1727"/>
                  </a:lnTo>
                  <a:lnTo>
                    <a:pt x="140" y="1773"/>
                  </a:lnTo>
                  <a:lnTo>
                    <a:pt x="280" y="1773"/>
                  </a:lnTo>
                  <a:lnTo>
                    <a:pt x="327" y="1727"/>
                  </a:lnTo>
                  <a:lnTo>
                    <a:pt x="374" y="1680"/>
                  </a:lnTo>
                  <a:lnTo>
                    <a:pt x="420" y="1587"/>
                  </a:lnTo>
                  <a:lnTo>
                    <a:pt x="420" y="187"/>
                  </a:lnTo>
                  <a:lnTo>
                    <a:pt x="374" y="94"/>
                  </a:lnTo>
                  <a:lnTo>
                    <a:pt x="327" y="47"/>
                  </a:lnTo>
                  <a:lnTo>
                    <a:pt x="1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6"/>
            <p:cNvSpPr/>
            <p:nvPr/>
          </p:nvSpPr>
          <p:spPr>
            <a:xfrm>
              <a:off x="1798900" y="1464075"/>
              <a:ext cx="9375" cy="23350"/>
            </a:xfrm>
            <a:custGeom>
              <a:avLst/>
              <a:gdLst/>
              <a:ahLst/>
              <a:cxnLst/>
              <a:rect l="l" t="t" r="r" b="b"/>
              <a:pathLst>
                <a:path w="375" h="934" extrusionOk="0">
                  <a:moveTo>
                    <a:pt x="188" y="0"/>
                  </a:moveTo>
                  <a:lnTo>
                    <a:pt x="48" y="47"/>
                  </a:lnTo>
                  <a:lnTo>
                    <a:pt x="1" y="94"/>
                  </a:lnTo>
                  <a:lnTo>
                    <a:pt x="1" y="187"/>
                  </a:lnTo>
                  <a:lnTo>
                    <a:pt x="1" y="700"/>
                  </a:lnTo>
                  <a:lnTo>
                    <a:pt x="1" y="794"/>
                  </a:lnTo>
                  <a:lnTo>
                    <a:pt x="48" y="840"/>
                  </a:lnTo>
                  <a:lnTo>
                    <a:pt x="94" y="887"/>
                  </a:lnTo>
                  <a:lnTo>
                    <a:pt x="188" y="934"/>
                  </a:lnTo>
                  <a:lnTo>
                    <a:pt x="281" y="887"/>
                  </a:lnTo>
                  <a:lnTo>
                    <a:pt x="328" y="840"/>
                  </a:lnTo>
                  <a:lnTo>
                    <a:pt x="374" y="794"/>
                  </a:lnTo>
                  <a:lnTo>
                    <a:pt x="374" y="700"/>
                  </a:lnTo>
                  <a:lnTo>
                    <a:pt x="374" y="187"/>
                  </a:lnTo>
                  <a:lnTo>
                    <a:pt x="374" y="94"/>
                  </a:lnTo>
                  <a:lnTo>
                    <a:pt x="328" y="47"/>
                  </a:lnTo>
                  <a:lnTo>
                    <a:pt x="1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432;p35">
            <a:extLst>
              <a:ext uri="{FF2B5EF4-FFF2-40B4-BE49-F238E27FC236}">
                <a16:creationId xmlns:a16="http://schemas.microsoft.com/office/drawing/2014/main" id="{6B67B398-A66E-C442-EDD1-6997D5D4D4AB}"/>
              </a:ext>
            </a:extLst>
          </p:cNvPr>
          <p:cNvSpPr txBox="1">
            <a:spLocks/>
          </p:cNvSpPr>
          <p:nvPr/>
        </p:nvSpPr>
        <p:spPr>
          <a:xfrm>
            <a:off x="8615362" y="4777800"/>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4</a:t>
            </a:r>
          </a:p>
        </p:txBody>
      </p:sp>
      <p:sp>
        <p:nvSpPr>
          <p:cNvPr id="15" name="Google Shape;443;p36">
            <a:extLst>
              <a:ext uri="{FF2B5EF4-FFF2-40B4-BE49-F238E27FC236}">
                <a16:creationId xmlns:a16="http://schemas.microsoft.com/office/drawing/2014/main" id="{465A4BBF-2956-D4C4-57C9-1AF293860C4B}"/>
              </a:ext>
            </a:extLst>
          </p:cNvPr>
          <p:cNvSpPr txBox="1">
            <a:spLocks/>
          </p:cNvSpPr>
          <p:nvPr/>
        </p:nvSpPr>
        <p:spPr>
          <a:xfrm>
            <a:off x="2456654" y="3063541"/>
            <a:ext cx="5572921" cy="36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0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3500"/>
              <a:buFont typeface="Anton"/>
              <a:buNone/>
              <a:defRPr sz="3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3500"/>
              <a:buFont typeface="Anton"/>
              <a:buNone/>
              <a:defRPr sz="3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3500"/>
              <a:buFont typeface="Anton"/>
              <a:buNone/>
              <a:defRPr sz="3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3500"/>
              <a:buFont typeface="Anton"/>
              <a:buNone/>
              <a:defRPr sz="3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3500"/>
              <a:buFont typeface="Anton"/>
              <a:buNone/>
              <a:defRPr sz="3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3500"/>
              <a:buFont typeface="Anton"/>
              <a:buNone/>
              <a:defRPr sz="3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3500"/>
              <a:buFont typeface="Anton"/>
              <a:buNone/>
              <a:defRPr sz="3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3500"/>
              <a:buFont typeface="Anton"/>
              <a:buNone/>
              <a:defRPr sz="3500" b="0" i="0" u="none" strike="noStrike" cap="none">
                <a:solidFill>
                  <a:schemeClr val="lt1"/>
                </a:solidFill>
                <a:latin typeface="Anton"/>
                <a:ea typeface="Anton"/>
                <a:cs typeface="Anton"/>
                <a:sym typeface="Anton"/>
              </a:defRPr>
            </a:lvl9pPr>
          </a:lstStyle>
          <a:p>
            <a:r>
              <a:rPr lang="en-US" dirty="0"/>
              <a:t>Why pick game development as the final-year project?</a:t>
            </a:r>
          </a:p>
        </p:txBody>
      </p:sp>
      <p:sp>
        <p:nvSpPr>
          <p:cNvPr id="16" name="Google Shape;447;p36">
            <a:extLst>
              <a:ext uri="{FF2B5EF4-FFF2-40B4-BE49-F238E27FC236}">
                <a16:creationId xmlns:a16="http://schemas.microsoft.com/office/drawing/2014/main" id="{2AF88BE5-E11D-FE09-86BF-48FB3F890014}"/>
              </a:ext>
            </a:extLst>
          </p:cNvPr>
          <p:cNvSpPr/>
          <p:nvPr/>
        </p:nvSpPr>
        <p:spPr>
          <a:xfrm>
            <a:off x="1610292" y="2661878"/>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458;p36">
            <a:extLst>
              <a:ext uri="{FF2B5EF4-FFF2-40B4-BE49-F238E27FC236}">
                <a16:creationId xmlns:a16="http://schemas.microsoft.com/office/drawing/2014/main" id="{404499DB-8180-8328-48C3-72B9CC8FC140}"/>
              </a:ext>
            </a:extLst>
          </p:cNvPr>
          <p:cNvGrpSpPr/>
          <p:nvPr/>
        </p:nvGrpSpPr>
        <p:grpSpPr>
          <a:xfrm>
            <a:off x="1838129" y="2873391"/>
            <a:ext cx="303325" cy="335975"/>
            <a:chOff x="1772075" y="1297275"/>
            <a:chExt cx="303325" cy="335975"/>
          </a:xfrm>
        </p:grpSpPr>
        <p:sp>
          <p:nvSpPr>
            <p:cNvPr id="18" name="Google Shape;459;p36">
              <a:extLst>
                <a:ext uri="{FF2B5EF4-FFF2-40B4-BE49-F238E27FC236}">
                  <a16:creationId xmlns:a16="http://schemas.microsoft.com/office/drawing/2014/main" id="{7AA01A1E-D770-D102-2597-DFF3F335A1A7}"/>
                </a:ext>
              </a:extLst>
            </p:cNvPr>
            <p:cNvSpPr/>
            <p:nvPr/>
          </p:nvSpPr>
          <p:spPr>
            <a:xfrm>
              <a:off x="1772075" y="1297275"/>
              <a:ext cx="303325" cy="335975"/>
            </a:xfrm>
            <a:custGeom>
              <a:avLst/>
              <a:gdLst/>
              <a:ahLst/>
              <a:cxnLst/>
              <a:rect l="l" t="t" r="r" b="b"/>
              <a:pathLst>
                <a:path w="12133" h="13439" extrusionOk="0">
                  <a:moveTo>
                    <a:pt x="467" y="0"/>
                  </a:moveTo>
                  <a:lnTo>
                    <a:pt x="281" y="47"/>
                  </a:lnTo>
                  <a:lnTo>
                    <a:pt x="141" y="140"/>
                  </a:lnTo>
                  <a:lnTo>
                    <a:pt x="1" y="280"/>
                  </a:lnTo>
                  <a:lnTo>
                    <a:pt x="1" y="467"/>
                  </a:lnTo>
                  <a:lnTo>
                    <a:pt x="1" y="11618"/>
                  </a:lnTo>
                  <a:lnTo>
                    <a:pt x="1" y="11805"/>
                  </a:lnTo>
                  <a:lnTo>
                    <a:pt x="141" y="11945"/>
                  </a:lnTo>
                  <a:lnTo>
                    <a:pt x="281" y="12038"/>
                  </a:lnTo>
                  <a:lnTo>
                    <a:pt x="467" y="12085"/>
                  </a:lnTo>
                  <a:lnTo>
                    <a:pt x="3034" y="12085"/>
                  </a:lnTo>
                  <a:lnTo>
                    <a:pt x="3080" y="12038"/>
                  </a:lnTo>
                  <a:lnTo>
                    <a:pt x="3127" y="11992"/>
                  </a:lnTo>
                  <a:lnTo>
                    <a:pt x="3127" y="11898"/>
                  </a:lnTo>
                  <a:lnTo>
                    <a:pt x="3127" y="11805"/>
                  </a:lnTo>
                  <a:lnTo>
                    <a:pt x="3080" y="11758"/>
                  </a:lnTo>
                  <a:lnTo>
                    <a:pt x="3034" y="11712"/>
                  </a:lnTo>
                  <a:lnTo>
                    <a:pt x="467" y="11712"/>
                  </a:lnTo>
                  <a:lnTo>
                    <a:pt x="421" y="11665"/>
                  </a:lnTo>
                  <a:lnTo>
                    <a:pt x="374" y="11618"/>
                  </a:lnTo>
                  <a:lnTo>
                    <a:pt x="374" y="467"/>
                  </a:lnTo>
                  <a:lnTo>
                    <a:pt x="421" y="420"/>
                  </a:lnTo>
                  <a:lnTo>
                    <a:pt x="11713" y="420"/>
                  </a:lnTo>
                  <a:lnTo>
                    <a:pt x="11713" y="467"/>
                  </a:lnTo>
                  <a:lnTo>
                    <a:pt x="11713" y="11618"/>
                  </a:lnTo>
                  <a:lnTo>
                    <a:pt x="11713" y="11665"/>
                  </a:lnTo>
                  <a:lnTo>
                    <a:pt x="11666" y="11712"/>
                  </a:lnTo>
                  <a:lnTo>
                    <a:pt x="10453" y="11712"/>
                  </a:lnTo>
                  <a:lnTo>
                    <a:pt x="10359" y="11758"/>
                  </a:lnTo>
                  <a:lnTo>
                    <a:pt x="10313" y="11805"/>
                  </a:lnTo>
                  <a:lnTo>
                    <a:pt x="10313" y="11898"/>
                  </a:lnTo>
                  <a:lnTo>
                    <a:pt x="10313" y="12972"/>
                  </a:lnTo>
                  <a:lnTo>
                    <a:pt x="10266" y="13065"/>
                  </a:lnTo>
                  <a:lnTo>
                    <a:pt x="10173" y="13018"/>
                  </a:lnTo>
                  <a:lnTo>
                    <a:pt x="8913" y="11758"/>
                  </a:lnTo>
                  <a:lnTo>
                    <a:pt x="8820" y="11712"/>
                  </a:lnTo>
                  <a:lnTo>
                    <a:pt x="3920" y="11712"/>
                  </a:lnTo>
                  <a:lnTo>
                    <a:pt x="3827" y="11758"/>
                  </a:lnTo>
                  <a:lnTo>
                    <a:pt x="3780" y="11898"/>
                  </a:lnTo>
                  <a:lnTo>
                    <a:pt x="3827" y="12038"/>
                  </a:lnTo>
                  <a:lnTo>
                    <a:pt x="3920" y="12085"/>
                  </a:lnTo>
                  <a:lnTo>
                    <a:pt x="8680" y="12085"/>
                  </a:lnTo>
                  <a:lnTo>
                    <a:pt x="9893" y="13298"/>
                  </a:lnTo>
                  <a:lnTo>
                    <a:pt x="10033" y="13392"/>
                  </a:lnTo>
                  <a:lnTo>
                    <a:pt x="10173" y="13438"/>
                  </a:lnTo>
                  <a:lnTo>
                    <a:pt x="10406" y="13438"/>
                  </a:lnTo>
                  <a:lnTo>
                    <a:pt x="10546" y="13345"/>
                  </a:lnTo>
                  <a:lnTo>
                    <a:pt x="10639" y="13252"/>
                  </a:lnTo>
                  <a:lnTo>
                    <a:pt x="10686" y="13112"/>
                  </a:lnTo>
                  <a:lnTo>
                    <a:pt x="10686" y="12972"/>
                  </a:lnTo>
                  <a:lnTo>
                    <a:pt x="10686" y="12085"/>
                  </a:lnTo>
                  <a:lnTo>
                    <a:pt x="11666" y="12085"/>
                  </a:lnTo>
                  <a:lnTo>
                    <a:pt x="11853" y="12038"/>
                  </a:lnTo>
                  <a:lnTo>
                    <a:pt x="11993" y="11945"/>
                  </a:lnTo>
                  <a:lnTo>
                    <a:pt x="12086" y="11805"/>
                  </a:lnTo>
                  <a:lnTo>
                    <a:pt x="12133" y="11618"/>
                  </a:lnTo>
                  <a:lnTo>
                    <a:pt x="12133" y="467"/>
                  </a:lnTo>
                  <a:lnTo>
                    <a:pt x="12086" y="280"/>
                  </a:lnTo>
                  <a:lnTo>
                    <a:pt x="11993" y="140"/>
                  </a:lnTo>
                  <a:lnTo>
                    <a:pt x="11853" y="47"/>
                  </a:lnTo>
                  <a:lnTo>
                    <a:pt x="116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60;p36">
              <a:extLst>
                <a:ext uri="{FF2B5EF4-FFF2-40B4-BE49-F238E27FC236}">
                  <a16:creationId xmlns:a16="http://schemas.microsoft.com/office/drawing/2014/main" id="{911686BB-38A2-B655-BF21-5E4D95919C2D}"/>
                </a:ext>
              </a:extLst>
            </p:cNvPr>
            <p:cNvSpPr/>
            <p:nvPr/>
          </p:nvSpPr>
          <p:spPr>
            <a:xfrm>
              <a:off x="1899225" y="1522400"/>
              <a:ext cx="45525" cy="44350"/>
            </a:xfrm>
            <a:custGeom>
              <a:avLst/>
              <a:gdLst/>
              <a:ahLst/>
              <a:cxnLst/>
              <a:rect l="l" t="t" r="r" b="b"/>
              <a:pathLst>
                <a:path w="1821" h="1774" extrusionOk="0">
                  <a:moveTo>
                    <a:pt x="934" y="374"/>
                  </a:moveTo>
                  <a:lnTo>
                    <a:pt x="1121" y="420"/>
                  </a:lnTo>
                  <a:lnTo>
                    <a:pt x="1261" y="514"/>
                  </a:lnTo>
                  <a:lnTo>
                    <a:pt x="1354" y="654"/>
                  </a:lnTo>
                  <a:lnTo>
                    <a:pt x="1401" y="887"/>
                  </a:lnTo>
                  <a:lnTo>
                    <a:pt x="1401" y="1074"/>
                  </a:lnTo>
                  <a:lnTo>
                    <a:pt x="1261" y="1260"/>
                  </a:lnTo>
                  <a:lnTo>
                    <a:pt x="1121" y="1354"/>
                  </a:lnTo>
                  <a:lnTo>
                    <a:pt x="934" y="1400"/>
                  </a:lnTo>
                  <a:lnTo>
                    <a:pt x="701" y="1354"/>
                  </a:lnTo>
                  <a:lnTo>
                    <a:pt x="561" y="1260"/>
                  </a:lnTo>
                  <a:lnTo>
                    <a:pt x="467" y="1074"/>
                  </a:lnTo>
                  <a:lnTo>
                    <a:pt x="421" y="887"/>
                  </a:lnTo>
                  <a:lnTo>
                    <a:pt x="467" y="654"/>
                  </a:lnTo>
                  <a:lnTo>
                    <a:pt x="561" y="514"/>
                  </a:lnTo>
                  <a:lnTo>
                    <a:pt x="747" y="420"/>
                  </a:lnTo>
                  <a:lnTo>
                    <a:pt x="934" y="374"/>
                  </a:lnTo>
                  <a:close/>
                  <a:moveTo>
                    <a:pt x="747" y="0"/>
                  </a:moveTo>
                  <a:lnTo>
                    <a:pt x="561" y="47"/>
                  </a:lnTo>
                  <a:lnTo>
                    <a:pt x="421" y="140"/>
                  </a:lnTo>
                  <a:lnTo>
                    <a:pt x="281" y="280"/>
                  </a:lnTo>
                  <a:lnTo>
                    <a:pt x="187" y="374"/>
                  </a:lnTo>
                  <a:lnTo>
                    <a:pt x="94" y="560"/>
                  </a:lnTo>
                  <a:lnTo>
                    <a:pt x="47" y="700"/>
                  </a:lnTo>
                  <a:lnTo>
                    <a:pt x="1" y="887"/>
                  </a:lnTo>
                  <a:lnTo>
                    <a:pt x="47" y="1120"/>
                  </a:lnTo>
                  <a:lnTo>
                    <a:pt x="94" y="1260"/>
                  </a:lnTo>
                  <a:lnTo>
                    <a:pt x="187" y="1447"/>
                  </a:lnTo>
                  <a:lnTo>
                    <a:pt x="327" y="1540"/>
                  </a:lnTo>
                  <a:lnTo>
                    <a:pt x="467" y="1634"/>
                  </a:lnTo>
                  <a:lnTo>
                    <a:pt x="607" y="1727"/>
                  </a:lnTo>
                  <a:lnTo>
                    <a:pt x="747" y="1774"/>
                  </a:lnTo>
                  <a:lnTo>
                    <a:pt x="1074" y="1774"/>
                  </a:lnTo>
                  <a:lnTo>
                    <a:pt x="1261" y="1727"/>
                  </a:lnTo>
                  <a:lnTo>
                    <a:pt x="1401" y="1634"/>
                  </a:lnTo>
                  <a:lnTo>
                    <a:pt x="1541" y="1540"/>
                  </a:lnTo>
                  <a:lnTo>
                    <a:pt x="1634" y="1447"/>
                  </a:lnTo>
                  <a:lnTo>
                    <a:pt x="1727" y="1260"/>
                  </a:lnTo>
                  <a:lnTo>
                    <a:pt x="1774" y="1120"/>
                  </a:lnTo>
                  <a:lnTo>
                    <a:pt x="1821" y="887"/>
                  </a:lnTo>
                  <a:lnTo>
                    <a:pt x="1821" y="700"/>
                  </a:lnTo>
                  <a:lnTo>
                    <a:pt x="1727" y="560"/>
                  </a:lnTo>
                  <a:lnTo>
                    <a:pt x="1681" y="374"/>
                  </a:lnTo>
                  <a:lnTo>
                    <a:pt x="1541" y="280"/>
                  </a:lnTo>
                  <a:lnTo>
                    <a:pt x="1401" y="140"/>
                  </a:lnTo>
                  <a:lnTo>
                    <a:pt x="1261" y="47"/>
                  </a:lnTo>
                  <a:lnTo>
                    <a:pt x="1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61;p36">
              <a:extLst>
                <a:ext uri="{FF2B5EF4-FFF2-40B4-BE49-F238E27FC236}">
                  <a16:creationId xmlns:a16="http://schemas.microsoft.com/office/drawing/2014/main" id="{569A5925-914F-DCD6-2FBD-E83B0C388773}"/>
                </a:ext>
              </a:extLst>
            </p:cNvPr>
            <p:cNvSpPr/>
            <p:nvPr/>
          </p:nvSpPr>
          <p:spPr>
            <a:xfrm>
              <a:off x="1847900" y="1333425"/>
              <a:ext cx="148175" cy="179675"/>
            </a:xfrm>
            <a:custGeom>
              <a:avLst/>
              <a:gdLst/>
              <a:ahLst/>
              <a:cxnLst/>
              <a:rect l="l" t="t" r="r" b="b"/>
              <a:pathLst>
                <a:path w="5927" h="7187" extrusionOk="0">
                  <a:moveTo>
                    <a:pt x="2894" y="0"/>
                  </a:moveTo>
                  <a:lnTo>
                    <a:pt x="2520" y="47"/>
                  </a:lnTo>
                  <a:lnTo>
                    <a:pt x="2147" y="140"/>
                  </a:lnTo>
                  <a:lnTo>
                    <a:pt x="1774" y="280"/>
                  </a:lnTo>
                  <a:lnTo>
                    <a:pt x="1447" y="467"/>
                  </a:lnTo>
                  <a:lnTo>
                    <a:pt x="1121" y="654"/>
                  </a:lnTo>
                  <a:lnTo>
                    <a:pt x="841" y="934"/>
                  </a:lnTo>
                  <a:lnTo>
                    <a:pt x="607" y="1214"/>
                  </a:lnTo>
                  <a:lnTo>
                    <a:pt x="374" y="1494"/>
                  </a:lnTo>
                  <a:lnTo>
                    <a:pt x="187" y="1867"/>
                  </a:lnTo>
                  <a:lnTo>
                    <a:pt x="94" y="2240"/>
                  </a:lnTo>
                  <a:lnTo>
                    <a:pt x="1" y="2660"/>
                  </a:lnTo>
                  <a:lnTo>
                    <a:pt x="47" y="2847"/>
                  </a:lnTo>
                  <a:lnTo>
                    <a:pt x="141" y="3033"/>
                  </a:lnTo>
                  <a:lnTo>
                    <a:pt x="281" y="3127"/>
                  </a:lnTo>
                  <a:lnTo>
                    <a:pt x="467" y="3173"/>
                  </a:lnTo>
                  <a:lnTo>
                    <a:pt x="1354" y="3173"/>
                  </a:lnTo>
                  <a:lnTo>
                    <a:pt x="1494" y="3127"/>
                  </a:lnTo>
                  <a:lnTo>
                    <a:pt x="1634" y="3080"/>
                  </a:lnTo>
                  <a:lnTo>
                    <a:pt x="1727" y="2940"/>
                  </a:lnTo>
                  <a:lnTo>
                    <a:pt x="1821" y="2800"/>
                  </a:lnTo>
                  <a:lnTo>
                    <a:pt x="1867" y="2520"/>
                  </a:lnTo>
                  <a:lnTo>
                    <a:pt x="1960" y="2334"/>
                  </a:lnTo>
                  <a:lnTo>
                    <a:pt x="2100" y="2147"/>
                  </a:lnTo>
                  <a:lnTo>
                    <a:pt x="2287" y="2007"/>
                  </a:lnTo>
                  <a:lnTo>
                    <a:pt x="2427" y="1914"/>
                  </a:lnTo>
                  <a:lnTo>
                    <a:pt x="2614" y="1867"/>
                  </a:lnTo>
                  <a:lnTo>
                    <a:pt x="2847" y="1820"/>
                  </a:lnTo>
                  <a:lnTo>
                    <a:pt x="3220" y="1820"/>
                  </a:lnTo>
                  <a:lnTo>
                    <a:pt x="3407" y="1914"/>
                  </a:lnTo>
                  <a:lnTo>
                    <a:pt x="3594" y="1960"/>
                  </a:lnTo>
                  <a:lnTo>
                    <a:pt x="3780" y="2100"/>
                  </a:lnTo>
                  <a:lnTo>
                    <a:pt x="3920" y="2240"/>
                  </a:lnTo>
                  <a:lnTo>
                    <a:pt x="4014" y="2427"/>
                  </a:lnTo>
                  <a:lnTo>
                    <a:pt x="4107" y="2660"/>
                  </a:lnTo>
                  <a:lnTo>
                    <a:pt x="4154" y="2893"/>
                  </a:lnTo>
                  <a:lnTo>
                    <a:pt x="4154" y="3127"/>
                  </a:lnTo>
                  <a:lnTo>
                    <a:pt x="4060" y="3360"/>
                  </a:lnTo>
                  <a:lnTo>
                    <a:pt x="3967" y="3593"/>
                  </a:lnTo>
                  <a:lnTo>
                    <a:pt x="3827" y="3780"/>
                  </a:lnTo>
                  <a:lnTo>
                    <a:pt x="3640" y="3920"/>
                  </a:lnTo>
                  <a:lnTo>
                    <a:pt x="3454" y="4060"/>
                  </a:lnTo>
                  <a:lnTo>
                    <a:pt x="3220" y="4107"/>
                  </a:lnTo>
                  <a:lnTo>
                    <a:pt x="2987" y="4153"/>
                  </a:lnTo>
                  <a:lnTo>
                    <a:pt x="2800" y="4153"/>
                  </a:lnTo>
                  <a:lnTo>
                    <a:pt x="2614" y="4200"/>
                  </a:lnTo>
                  <a:lnTo>
                    <a:pt x="2474" y="4293"/>
                  </a:lnTo>
                  <a:lnTo>
                    <a:pt x="2334" y="4433"/>
                  </a:lnTo>
                  <a:lnTo>
                    <a:pt x="2240" y="4527"/>
                  </a:lnTo>
                  <a:lnTo>
                    <a:pt x="2147" y="4713"/>
                  </a:lnTo>
                  <a:lnTo>
                    <a:pt x="2100" y="4853"/>
                  </a:lnTo>
                  <a:lnTo>
                    <a:pt x="2054" y="5040"/>
                  </a:lnTo>
                  <a:lnTo>
                    <a:pt x="2054" y="6720"/>
                  </a:lnTo>
                  <a:lnTo>
                    <a:pt x="2100" y="6906"/>
                  </a:lnTo>
                  <a:lnTo>
                    <a:pt x="2194" y="7046"/>
                  </a:lnTo>
                  <a:lnTo>
                    <a:pt x="2334" y="7140"/>
                  </a:lnTo>
                  <a:lnTo>
                    <a:pt x="2520" y="7186"/>
                  </a:lnTo>
                  <a:lnTo>
                    <a:pt x="3407" y="7186"/>
                  </a:lnTo>
                  <a:lnTo>
                    <a:pt x="3594" y="7140"/>
                  </a:lnTo>
                  <a:lnTo>
                    <a:pt x="3734" y="7046"/>
                  </a:lnTo>
                  <a:lnTo>
                    <a:pt x="3827" y="6906"/>
                  </a:lnTo>
                  <a:lnTo>
                    <a:pt x="3874" y="6720"/>
                  </a:lnTo>
                  <a:lnTo>
                    <a:pt x="3874" y="5833"/>
                  </a:lnTo>
                  <a:lnTo>
                    <a:pt x="3920" y="5786"/>
                  </a:lnTo>
                  <a:lnTo>
                    <a:pt x="4340" y="5600"/>
                  </a:lnTo>
                  <a:lnTo>
                    <a:pt x="4760" y="5320"/>
                  </a:lnTo>
                  <a:lnTo>
                    <a:pt x="5087" y="4993"/>
                  </a:lnTo>
                  <a:lnTo>
                    <a:pt x="5413" y="4620"/>
                  </a:lnTo>
                  <a:lnTo>
                    <a:pt x="5647" y="4200"/>
                  </a:lnTo>
                  <a:lnTo>
                    <a:pt x="5833" y="3780"/>
                  </a:lnTo>
                  <a:lnTo>
                    <a:pt x="5927" y="3313"/>
                  </a:lnTo>
                  <a:lnTo>
                    <a:pt x="5927" y="2800"/>
                  </a:lnTo>
                  <a:lnTo>
                    <a:pt x="5880" y="2427"/>
                  </a:lnTo>
                  <a:lnTo>
                    <a:pt x="5787" y="2100"/>
                  </a:lnTo>
                  <a:lnTo>
                    <a:pt x="5647" y="1727"/>
                  </a:lnTo>
                  <a:lnTo>
                    <a:pt x="5460" y="1400"/>
                  </a:lnTo>
                  <a:lnTo>
                    <a:pt x="5413" y="1354"/>
                  </a:lnTo>
                  <a:lnTo>
                    <a:pt x="5367" y="1307"/>
                  </a:lnTo>
                  <a:lnTo>
                    <a:pt x="5227" y="1354"/>
                  </a:lnTo>
                  <a:lnTo>
                    <a:pt x="5133" y="1447"/>
                  </a:lnTo>
                  <a:lnTo>
                    <a:pt x="5133" y="1540"/>
                  </a:lnTo>
                  <a:lnTo>
                    <a:pt x="5133" y="1634"/>
                  </a:lnTo>
                  <a:lnTo>
                    <a:pt x="5320" y="1867"/>
                  </a:lnTo>
                  <a:lnTo>
                    <a:pt x="5413" y="2147"/>
                  </a:lnTo>
                  <a:lnTo>
                    <a:pt x="5507" y="2427"/>
                  </a:lnTo>
                  <a:lnTo>
                    <a:pt x="5553" y="2707"/>
                  </a:lnTo>
                  <a:lnTo>
                    <a:pt x="5553" y="2987"/>
                  </a:lnTo>
                  <a:lnTo>
                    <a:pt x="5507" y="3267"/>
                  </a:lnTo>
                  <a:lnTo>
                    <a:pt x="5460" y="3547"/>
                  </a:lnTo>
                  <a:lnTo>
                    <a:pt x="5367" y="3827"/>
                  </a:lnTo>
                  <a:lnTo>
                    <a:pt x="5273" y="4107"/>
                  </a:lnTo>
                  <a:lnTo>
                    <a:pt x="5133" y="4340"/>
                  </a:lnTo>
                  <a:lnTo>
                    <a:pt x="4947" y="4573"/>
                  </a:lnTo>
                  <a:lnTo>
                    <a:pt x="4760" y="4807"/>
                  </a:lnTo>
                  <a:lnTo>
                    <a:pt x="4573" y="4993"/>
                  </a:lnTo>
                  <a:lnTo>
                    <a:pt x="4340" y="5133"/>
                  </a:lnTo>
                  <a:lnTo>
                    <a:pt x="4060" y="5273"/>
                  </a:lnTo>
                  <a:lnTo>
                    <a:pt x="3780" y="5413"/>
                  </a:lnTo>
                  <a:lnTo>
                    <a:pt x="3640" y="5460"/>
                  </a:lnTo>
                  <a:lnTo>
                    <a:pt x="3547" y="5553"/>
                  </a:lnTo>
                  <a:lnTo>
                    <a:pt x="3500" y="5693"/>
                  </a:lnTo>
                  <a:lnTo>
                    <a:pt x="3454" y="5833"/>
                  </a:lnTo>
                  <a:lnTo>
                    <a:pt x="3454" y="6720"/>
                  </a:lnTo>
                  <a:lnTo>
                    <a:pt x="3454" y="6766"/>
                  </a:lnTo>
                  <a:lnTo>
                    <a:pt x="3407" y="6813"/>
                  </a:lnTo>
                  <a:lnTo>
                    <a:pt x="2520" y="6813"/>
                  </a:lnTo>
                  <a:lnTo>
                    <a:pt x="2474" y="6766"/>
                  </a:lnTo>
                  <a:lnTo>
                    <a:pt x="2474" y="6720"/>
                  </a:lnTo>
                  <a:lnTo>
                    <a:pt x="2474" y="5040"/>
                  </a:lnTo>
                  <a:lnTo>
                    <a:pt x="2520" y="4853"/>
                  </a:lnTo>
                  <a:lnTo>
                    <a:pt x="2614" y="4713"/>
                  </a:lnTo>
                  <a:lnTo>
                    <a:pt x="2800" y="4573"/>
                  </a:lnTo>
                  <a:lnTo>
                    <a:pt x="2987" y="4527"/>
                  </a:lnTo>
                  <a:lnTo>
                    <a:pt x="3314" y="4527"/>
                  </a:lnTo>
                  <a:lnTo>
                    <a:pt x="3594" y="4387"/>
                  </a:lnTo>
                  <a:lnTo>
                    <a:pt x="3874" y="4247"/>
                  </a:lnTo>
                  <a:lnTo>
                    <a:pt x="4107" y="4060"/>
                  </a:lnTo>
                  <a:lnTo>
                    <a:pt x="4294" y="3780"/>
                  </a:lnTo>
                  <a:lnTo>
                    <a:pt x="4434" y="3500"/>
                  </a:lnTo>
                  <a:lnTo>
                    <a:pt x="4527" y="3220"/>
                  </a:lnTo>
                  <a:lnTo>
                    <a:pt x="4527" y="2893"/>
                  </a:lnTo>
                  <a:lnTo>
                    <a:pt x="4480" y="2567"/>
                  </a:lnTo>
                  <a:lnTo>
                    <a:pt x="4387" y="2287"/>
                  </a:lnTo>
                  <a:lnTo>
                    <a:pt x="4247" y="2007"/>
                  </a:lnTo>
                  <a:lnTo>
                    <a:pt x="4060" y="1820"/>
                  </a:lnTo>
                  <a:lnTo>
                    <a:pt x="3827" y="1634"/>
                  </a:lnTo>
                  <a:lnTo>
                    <a:pt x="3594" y="1540"/>
                  </a:lnTo>
                  <a:lnTo>
                    <a:pt x="3314" y="1447"/>
                  </a:lnTo>
                  <a:lnTo>
                    <a:pt x="3080" y="1400"/>
                  </a:lnTo>
                  <a:lnTo>
                    <a:pt x="2800" y="1400"/>
                  </a:lnTo>
                  <a:lnTo>
                    <a:pt x="2520" y="1494"/>
                  </a:lnTo>
                  <a:lnTo>
                    <a:pt x="2287" y="1587"/>
                  </a:lnTo>
                  <a:lnTo>
                    <a:pt x="2054" y="1727"/>
                  </a:lnTo>
                  <a:lnTo>
                    <a:pt x="1821" y="1867"/>
                  </a:lnTo>
                  <a:lnTo>
                    <a:pt x="1634" y="2100"/>
                  </a:lnTo>
                  <a:lnTo>
                    <a:pt x="1494" y="2380"/>
                  </a:lnTo>
                  <a:lnTo>
                    <a:pt x="1401" y="2707"/>
                  </a:lnTo>
                  <a:lnTo>
                    <a:pt x="1401" y="2753"/>
                  </a:lnTo>
                  <a:lnTo>
                    <a:pt x="421" y="2753"/>
                  </a:lnTo>
                  <a:lnTo>
                    <a:pt x="421" y="2707"/>
                  </a:lnTo>
                  <a:lnTo>
                    <a:pt x="467" y="2334"/>
                  </a:lnTo>
                  <a:lnTo>
                    <a:pt x="561" y="2007"/>
                  </a:lnTo>
                  <a:lnTo>
                    <a:pt x="747" y="1727"/>
                  </a:lnTo>
                  <a:lnTo>
                    <a:pt x="934" y="1447"/>
                  </a:lnTo>
                  <a:lnTo>
                    <a:pt x="1121" y="1167"/>
                  </a:lnTo>
                  <a:lnTo>
                    <a:pt x="1401" y="980"/>
                  </a:lnTo>
                  <a:lnTo>
                    <a:pt x="1634" y="794"/>
                  </a:lnTo>
                  <a:lnTo>
                    <a:pt x="1960" y="654"/>
                  </a:lnTo>
                  <a:lnTo>
                    <a:pt x="2240" y="514"/>
                  </a:lnTo>
                  <a:lnTo>
                    <a:pt x="2567" y="467"/>
                  </a:lnTo>
                  <a:lnTo>
                    <a:pt x="2894" y="420"/>
                  </a:lnTo>
                  <a:lnTo>
                    <a:pt x="3220" y="420"/>
                  </a:lnTo>
                  <a:lnTo>
                    <a:pt x="3547" y="467"/>
                  </a:lnTo>
                  <a:lnTo>
                    <a:pt x="3874" y="560"/>
                  </a:lnTo>
                  <a:lnTo>
                    <a:pt x="4200" y="700"/>
                  </a:lnTo>
                  <a:lnTo>
                    <a:pt x="4480" y="887"/>
                  </a:lnTo>
                  <a:lnTo>
                    <a:pt x="4573" y="934"/>
                  </a:lnTo>
                  <a:lnTo>
                    <a:pt x="4620" y="934"/>
                  </a:lnTo>
                  <a:lnTo>
                    <a:pt x="4760" y="840"/>
                  </a:lnTo>
                  <a:lnTo>
                    <a:pt x="4807" y="700"/>
                  </a:lnTo>
                  <a:lnTo>
                    <a:pt x="4760" y="654"/>
                  </a:lnTo>
                  <a:lnTo>
                    <a:pt x="4713" y="607"/>
                  </a:lnTo>
                  <a:lnTo>
                    <a:pt x="4387" y="374"/>
                  </a:lnTo>
                  <a:lnTo>
                    <a:pt x="4014" y="187"/>
                  </a:lnTo>
                  <a:lnTo>
                    <a:pt x="3640" y="94"/>
                  </a:lnTo>
                  <a:lnTo>
                    <a:pt x="32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62;p36">
              <a:extLst>
                <a:ext uri="{FF2B5EF4-FFF2-40B4-BE49-F238E27FC236}">
                  <a16:creationId xmlns:a16="http://schemas.microsoft.com/office/drawing/2014/main" id="{0D6EC856-9421-F6B6-66C7-B5ECAA209A46}"/>
                </a:ext>
              </a:extLst>
            </p:cNvPr>
            <p:cNvSpPr/>
            <p:nvPr/>
          </p:nvSpPr>
          <p:spPr>
            <a:xfrm>
              <a:off x="1798900" y="1499075"/>
              <a:ext cx="9375" cy="68850"/>
            </a:xfrm>
            <a:custGeom>
              <a:avLst/>
              <a:gdLst/>
              <a:ahLst/>
              <a:cxnLst/>
              <a:rect l="l" t="t" r="r" b="b"/>
              <a:pathLst>
                <a:path w="375" h="2754" extrusionOk="0">
                  <a:moveTo>
                    <a:pt x="94" y="0"/>
                  </a:moveTo>
                  <a:lnTo>
                    <a:pt x="48" y="47"/>
                  </a:lnTo>
                  <a:lnTo>
                    <a:pt x="1" y="94"/>
                  </a:lnTo>
                  <a:lnTo>
                    <a:pt x="1" y="187"/>
                  </a:lnTo>
                  <a:lnTo>
                    <a:pt x="1" y="2567"/>
                  </a:lnTo>
                  <a:lnTo>
                    <a:pt x="1" y="2613"/>
                  </a:lnTo>
                  <a:lnTo>
                    <a:pt x="48" y="2707"/>
                  </a:lnTo>
                  <a:lnTo>
                    <a:pt x="94" y="2753"/>
                  </a:lnTo>
                  <a:lnTo>
                    <a:pt x="281" y="2753"/>
                  </a:lnTo>
                  <a:lnTo>
                    <a:pt x="328" y="2707"/>
                  </a:lnTo>
                  <a:lnTo>
                    <a:pt x="374" y="2613"/>
                  </a:lnTo>
                  <a:lnTo>
                    <a:pt x="374" y="2567"/>
                  </a:lnTo>
                  <a:lnTo>
                    <a:pt x="374" y="187"/>
                  </a:lnTo>
                  <a:lnTo>
                    <a:pt x="374" y="94"/>
                  </a:lnTo>
                  <a:lnTo>
                    <a:pt x="328" y="47"/>
                  </a:lnTo>
                  <a:lnTo>
                    <a:pt x="28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63;p36">
              <a:extLst>
                <a:ext uri="{FF2B5EF4-FFF2-40B4-BE49-F238E27FC236}">
                  <a16:creationId xmlns:a16="http://schemas.microsoft.com/office/drawing/2014/main" id="{7001E3BF-238E-78AF-625C-CFD54C54F4B4}"/>
                </a:ext>
              </a:extLst>
            </p:cNvPr>
            <p:cNvSpPr/>
            <p:nvPr/>
          </p:nvSpPr>
          <p:spPr>
            <a:xfrm>
              <a:off x="2038050" y="1324100"/>
              <a:ext cx="10525" cy="44350"/>
            </a:xfrm>
            <a:custGeom>
              <a:avLst/>
              <a:gdLst/>
              <a:ahLst/>
              <a:cxnLst/>
              <a:rect l="l" t="t" r="r" b="b"/>
              <a:pathLst>
                <a:path w="421" h="1774" extrusionOk="0">
                  <a:moveTo>
                    <a:pt x="187" y="0"/>
                  </a:moveTo>
                  <a:lnTo>
                    <a:pt x="47" y="47"/>
                  </a:lnTo>
                  <a:lnTo>
                    <a:pt x="0" y="94"/>
                  </a:lnTo>
                  <a:lnTo>
                    <a:pt x="0" y="187"/>
                  </a:lnTo>
                  <a:lnTo>
                    <a:pt x="0" y="1587"/>
                  </a:lnTo>
                  <a:lnTo>
                    <a:pt x="0" y="1680"/>
                  </a:lnTo>
                  <a:lnTo>
                    <a:pt x="47" y="1727"/>
                  </a:lnTo>
                  <a:lnTo>
                    <a:pt x="140" y="1773"/>
                  </a:lnTo>
                  <a:lnTo>
                    <a:pt x="280" y="1773"/>
                  </a:lnTo>
                  <a:lnTo>
                    <a:pt x="327" y="1727"/>
                  </a:lnTo>
                  <a:lnTo>
                    <a:pt x="374" y="1680"/>
                  </a:lnTo>
                  <a:lnTo>
                    <a:pt x="420" y="1587"/>
                  </a:lnTo>
                  <a:lnTo>
                    <a:pt x="420" y="187"/>
                  </a:lnTo>
                  <a:lnTo>
                    <a:pt x="374" y="94"/>
                  </a:lnTo>
                  <a:lnTo>
                    <a:pt x="327" y="47"/>
                  </a:lnTo>
                  <a:lnTo>
                    <a:pt x="1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64;p36">
              <a:extLst>
                <a:ext uri="{FF2B5EF4-FFF2-40B4-BE49-F238E27FC236}">
                  <a16:creationId xmlns:a16="http://schemas.microsoft.com/office/drawing/2014/main" id="{E7BDBC71-C45A-0EC4-43B0-C694370631E8}"/>
                </a:ext>
              </a:extLst>
            </p:cNvPr>
            <p:cNvSpPr/>
            <p:nvPr/>
          </p:nvSpPr>
          <p:spPr>
            <a:xfrm>
              <a:off x="1798900" y="1464075"/>
              <a:ext cx="9375" cy="23350"/>
            </a:xfrm>
            <a:custGeom>
              <a:avLst/>
              <a:gdLst/>
              <a:ahLst/>
              <a:cxnLst/>
              <a:rect l="l" t="t" r="r" b="b"/>
              <a:pathLst>
                <a:path w="375" h="934" extrusionOk="0">
                  <a:moveTo>
                    <a:pt x="188" y="0"/>
                  </a:moveTo>
                  <a:lnTo>
                    <a:pt x="48" y="47"/>
                  </a:lnTo>
                  <a:lnTo>
                    <a:pt x="1" y="94"/>
                  </a:lnTo>
                  <a:lnTo>
                    <a:pt x="1" y="187"/>
                  </a:lnTo>
                  <a:lnTo>
                    <a:pt x="1" y="700"/>
                  </a:lnTo>
                  <a:lnTo>
                    <a:pt x="1" y="794"/>
                  </a:lnTo>
                  <a:lnTo>
                    <a:pt x="48" y="840"/>
                  </a:lnTo>
                  <a:lnTo>
                    <a:pt x="94" y="887"/>
                  </a:lnTo>
                  <a:lnTo>
                    <a:pt x="188" y="934"/>
                  </a:lnTo>
                  <a:lnTo>
                    <a:pt x="281" y="887"/>
                  </a:lnTo>
                  <a:lnTo>
                    <a:pt x="328" y="840"/>
                  </a:lnTo>
                  <a:lnTo>
                    <a:pt x="374" y="794"/>
                  </a:lnTo>
                  <a:lnTo>
                    <a:pt x="374" y="700"/>
                  </a:lnTo>
                  <a:lnTo>
                    <a:pt x="374" y="187"/>
                  </a:lnTo>
                  <a:lnTo>
                    <a:pt x="374" y="94"/>
                  </a:lnTo>
                  <a:lnTo>
                    <a:pt x="328" y="47"/>
                  </a:lnTo>
                  <a:lnTo>
                    <a:pt x="1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124E0B3B-8927-F2FC-25EB-5B1FBFC1DE2A}"/>
            </a:ext>
          </a:extLst>
        </p:cNvPr>
        <p:cNvGrpSpPr/>
        <p:nvPr/>
      </p:nvGrpSpPr>
      <p:grpSpPr>
        <a:xfrm>
          <a:off x="0" y="0"/>
          <a:ext cx="0" cy="0"/>
          <a:chOff x="0" y="0"/>
          <a:chExt cx="0" cy="0"/>
        </a:xfrm>
      </p:grpSpPr>
      <p:sp>
        <p:nvSpPr>
          <p:cNvPr id="430" name="Google Shape;430;p35">
            <a:extLst>
              <a:ext uri="{FF2B5EF4-FFF2-40B4-BE49-F238E27FC236}">
                <a16:creationId xmlns:a16="http://schemas.microsoft.com/office/drawing/2014/main" id="{2350D01A-A6AD-C32F-C9DF-143B00FA3FA0}"/>
              </a:ext>
            </a:extLst>
          </p:cNvPr>
          <p:cNvSpPr txBox="1">
            <a:spLocks noGrp="1"/>
          </p:cNvSpPr>
          <p:nvPr>
            <p:ph type="title" idx="2"/>
          </p:nvPr>
        </p:nvSpPr>
        <p:spPr>
          <a:xfrm>
            <a:off x="3991350" y="1222967"/>
            <a:ext cx="1161300" cy="1161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2</a:t>
            </a:r>
            <a:endParaRPr dirty="0"/>
          </a:p>
        </p:txBody>
      </p:sp>
      <p:sp>
        <p:nvSpPr>
          <p:cNvPr id="431" name="Google Shape;431;p35">
            <a:extLst>
              <a:ext uri="{FF2B5EF4-FFF2-40B4-BE49-F238E27FC236}">
                <a16:creationId xmlns:a16="http://schemas.microsoft.com/office/drawing/2014/main" id="{B02235E5-13B1-B568-5345-CD5215B82B3A}"/>
              </a:ext>
            </a:extLst>
          </p:cNvPr>
          <p:cNvSpPr txBox="1">
            <a:spLocks noGrp="1"/>
          </p:cNvSpPr>
          <p:nvPr>
            <p:ph type="title"/>
          </p:nvPr>
        </p:nvSpPr>
        <p:spPr>
          <a:xfrm>
            <a:off x="1778550" y="2468535"/>
            <a:ext cx="5586900"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Aims &amp; Objectives</a:t>
            </a:r>
            <a:endParaRPr dirty="0"/>
          </a:p>
        </p:txBody>
      </p:sp>
      <p:sp>
        <p:nvSpPr>
          <p:cNvPr id="432" name="Google Shape;432;p35">
            <a:extLst>
              <a:ext uri="{FF2B5EF4-FFF2-40B4-BE49-F238E27FC236}">
                <a16:creationId xmlns:a16="http://schemas.microsoft.com/office/drawing/2014/main" id="{6FF49264-6775-21F4-3ABE-0399C37C9BC4}"/>
              </a:ext>
            </a:extLst>
          </p:cNvPr>
          <p:cNvSpPr txBox="1">
            <a:spLocks noGrp="1"/>
          </p:cNvSpPr>
          <p:nvPr>
            <p:ph type="subTitle" idx="1"/>
          </p:nvPr>
        </p:nvSpPr>
        <p:spPr>
          <a:xfrm>
            <a:off x="1780650" y="3554833"/>
            <a:ext cx="5582700" cy="36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The Last Draw: Card Slayer</a:t>
            </a:r>
            <a:endParaRPr dirty="0"/>
          </a:p>
        </p:txBody>
      </p:sp>
      <p:cxnSp>
        <p:nvCxnSpPr>
          <p:cNvPr id="433" name="Google Shape;433;p35">
            <a:extLst>
              <a:ext uri="{FF2B5EF4-FFF2-40B4-BE49-F238E27FC236}">
                <a16:creationId xmlns:a16="http://schemas.microsoft.com/office/drawing/2014/main" id="{FBDFEE29-0BEE-6E97-652D-9C20A5E6C336}"/>
              </a:ext>
            </a:extLst>
          </p:cNvPr>
          <p:cNvCxnSpPr/>
          <p:nvPr/>
        </p:nvCxnSpPr>
        <p:spPr>
          <a:xfrm>
            <a:off x="2326500" y="3515150"/>
            <a:ext cx="4491000" cy="0"/>
          </a:xfrm>
          <a:prstGeom prst="straightConnector1">
            <a:avLst/>
          </a:prstGeom>
          <a:noFill/>
          <a:ln w="9525" cap="flat" cmpd="sng">
            <a:solidFill>
              <a:schemeClr val="lt1"/>
            </a:solidFill>
            <a:prstDash val="solid"/>
            <a:round/>
            <a:headEnd type="none" w="med" len="med"/>
            <a:tailEnd type="none" w="med" len="med"/>
          </a:ln>
        </p:spPr>
      </p:cxnSp>
      <p:sp>
        <p:nvSpPr>
          <p:cNvPr id="2" name="Google Shape;432;p35">
            <a:extLst>
              <a:ext uri="{FF2B5EF4-FFF2-40B4-BE49-F238E27FC236}">
                <a16:creationId xmlns:a16="http://schemas.microsoft.com/office/drawing/2014/main" id="{00880AFB-28FD-2146-690B-0252E536EAF2}"/>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5</a:t>
            </a:r>
          </a:p>
        </p:txBody>
      </p:sp>
    </p:spTree>
    <p:extLst>
      <p:ext uri="{BB962C8B-B14F-4D97-AF65-F5344CB8AC3E}">
        <p14:creationId xmlns:p14="http://schemas.microsoft.com/office/powerpoint/2010/main" val="2032884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39"/>
          <p:cNvSpPr txBox="1">
            <a:spLocks noGrp="1"/>
          </p:cNvSpPr>
          <p:nvPr>
            <p:ph type="subTitle" idx="3"/>
          </p:nvPr>
        </p:nvSpPr>
        <p:spPr>
          <a:xfrm>
            <a:off x="2472600" y="2732701"/>
            <a:ext cx="4198800" cy="365700"/>
          </a:xfrm>
          <a:prstGeom prst="rect">
            <a:avLst/>
          </a:prstGeom>
        </p:spPr>
        <p:txBody>
          <a:bodyPr spcFirstLastPara="1" wrap="square" lIns="91425" tIns="91425" rIns="91425" bIns="91425" anchor="t" anchorCtr="0">
            <a:noAutofit/>
          </a:bodyPr>
          <a:lstStyle/>
          <a:p>
            <a:pPr marL="285750" lvl="0" indent="-285750" algn="ctr" rtl="0">
              <a:spcBef>
                <a:spcPts val="0"/>
              </a:spcBef>
              <a:spcAft>
                <a:spcPts val="0"/>
              </a:spcAft>
              <a:buFont typeface="Arial" panose="020B0604020202020204" pitchFamily="34" charset="0"/>
              <a:buChar char="•"/>
            </a:pPr>
            <a:r>
              <a:rPr lang="en-US" dirty="0"/>
              <a:t>Interactive Card Mechanics</a:t>
            </a:r>
            <a:endParaRPr dirty="0"/>
          </a:p>
        </p:txBody>
      </p:sp>
      <p:sp>
        <p:nvSpPr>
          <p:cNvPr id="484" name="Google Shape;484;p39"/>
          <p:cNvSpPr txBox="1">
            <a:spLocks noGrp="1"/>
          </p:cNvSpPr>
          <p:nvPr>
            <p:ph type="subTitle" idx="1"/>
          </p:nvPr>
        </p:nvSpPr>
        <p:spPr>
          <a:xfrm>
            <a:off x="2472600" y="1587969"/>
            <a:ext cx="4198800" cy="365700"/>
          </a:xfrm>
          <a:prstGeom prst="rect">
            <a:avLst/>
          </a:prstGeom>
        </p:spPr>
        <p:txBody>
          <a:bodyPr spcFirstLastPara="1" wrap="square" lIns="91425" tIns="91425" rIns="91425" bIns="91425" anchor="t" anchorCtr="0">
            <a:noAutofit/>
          </a:bodyPr>
          <a:lstStyle/>
          <a:p>
            <a:pPr marL="285750" lvl="0" indent="-285750" algn="ctr" rtl="0">
              <a:spcBef>
                <a:spcPts val="0"/>
              </a:spcBef>
              <a:spcAft>
                <a:spcPts val="0"/>
              </a:spcAft>
              <a:buFont typeface="Arial" panose="020B0604020202020204" pitchFamily="34" charset="0"/>
              <a:buChar char="•"/>
            </a:pPr>
            <a:r>
              <a:rPr lang="en-US" dirty="0"/>
              <a:t>Create a 2D turn-based card game</a:t>
            </a:r>
            <a:endParaRPr dirty="0"/>
          </a:p>
        </p:txBody>
      </p:sp>
      <p:sp>
        <p:nvSpPr>
          <p:cNvPr id="485" name="Google Shape;485;p39"/>
          <p:cNvSpPr txBox="1">
            <a:spLocks noGrp="1"/>
          </p:cNvSpPr>
          <p:nvPr>
            <p:ph type="title"/>
          </p:nvPr>
        </p:nvSpPr>
        <p:spPr>
          <a:xfrm>
            <a:off x="2472600" y="571850"/>
            <a:ext cx="41988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Aims:</a:t>
            </a:r>
            <a:endParaRPr dirty="0"/>
          </a:p>
        </p:txBody>
      </p:sp>
      <p:sp>
        <p:nvSpPr>
          <p:cNvPr id="488" name="Google Shape;488;p39"/>
          <p:cNvSpPr txBox="1">
            <a:spLocks noGrp="1"/>
          </p:cNvSpPr>
          <p:nvPr>
            <p:ph type="subTitle" idx="5"/>
          </p:nvPr>
        </p:nvSpPr>
        <p:spPr>
          <a:xfrm>
            <a:off x="2472600" y="3877433"/>
            <a:ext cx="4198800" cy="365700"/>
          </a:xfrm>
          <a:prstGeom prst="rect">
            <a:avLst/>
          </a:prstGeom>
        </p:spPr>
        <p:txBody>
          <a:bodyPr spcFirstLastPara="1" wrap="square" lIns="91425" tIns="91425" rIns="91425" bIns="91425" anchor="t" anchorCtr="0">
            <a:noAutofit/>
          </a:bodyPr>
          <a:lstStyle/>
          <a:p>
            <a:pPr marL="285750" lvl="0" indent="-285750" algn="ctr" rtl="0">
              <a:spcBef>
                <a:spcPts val="0"/>
              </a:spcBef>
              <a:spcAft>
                <a:spcPts val="0"/>
              </a:spcAft>
              <a:buFont typeface="Arial" panose="020B0604020202020204" pitchFamily="34" charset="0"/>
              <a:buChar char="•"/>
            </a:pPr>
            <a:r>
              <a:rPr lang="en-US" dirty="0"/>
              <a:t>Simple but responsive AI</a:t>
            </a:r>
            <a:endParaRPr dirty="0"/>
          </a:p>
        </p:txBody>
      </p:sp>
      <p:cxnSp>
        <p:nvCxnSpPr>
          <p:cNvPr id="489" name="Google Shape;489;p39"/>
          <p:cNvCxnSpPr/>
          <p:nvPr/>
        </p:nvCxnSpPr>
        <p:spPr>
          <a:xfrm>
            <a:off x="2895600" y="2151744"/>
            <a:ext cx="3352800" cy="0"/>
          </a:xfrm>
          <a:prstGeom prst="straightConnector1">
            <a:avLst/>
          </a:prstGeom>
          <a:noFill/>
          <a:ln w="9525" cap="flat" cmpd="sng">
            <a:solidFill>
              <a:schemeClr val="lt1"/>
            </a:solidFill>
            <a:prstDash val="solid"/>
            <a:round/>
            <a:headEnd type="none" w="med" len="med"/>
            <a:tailEnd type="none" w="med" len="med"/>
          </a:ln>
        </p:spPr>
      </p:cxnSp>
      <p:cxnSp>
        <p:nvCxnSpPr>
          <p:cNvPr id="490" name="Google Shape;490;p39"/>
          <p:cNvCxnSpPr/>
          <p:nvPr/>
        </p:nvCxnSpPr>
        <p:spPr>
          <a:xfrm>
            <a:off x="2895600" y="3316268"/>
            <a:ext cx="3352800" cy="0"/>
          </a:xfrm>
          <a:prstGeom prst="straightConnector1">
            <a:avLst/>
          </a:prstGeom>
          <a:noFill/>
          <a:ln w="9525" cap="flat" cmpd="sng">
            <a:solidFill>
              <a:schemeClr val="lt1"/>
            </a:solidFill>
            <a:prstDash val="solid"/>
            <a:round/>
            <a:headEnd type="none" w="med" len="med"/>
            <a:tailEnd type="none" w="med" len="med"/>
          </a:ln>
        </p:spPr>
      </p:cxnSp>
      <p:sp>
        <p:nvSpPr>
          <p:cNvPr id="6" name="Google Shape;432;p35">
            <a:extLst>
              <a:ext uri="{FF2B5EF4-FFF2-40B4-BE49-F238E27FC236}">
                <a16:creationId xmlns:a16="http://schemas.microsoft.com/office/drawing/2014/main" id="{5AD41CA5-7589-548A-7A0F-88680E6E1FDD}"/>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2">
          <a:extLst>
            <a:ext uri="{FF2B5EF4-FFF2-40B4-BE49-F238E27FC236}">
              <a16:creationId xmlns:a16="http://schemas.microsoft.com/office/drawing/2014/main" id="{0516738F-D83C-4DF6-81B7-46DC4F8F8F76}"/>
            </a:ext>
          </a:extLst>
        </p:cNvPr>
        <p:cNvGrpSpPr/>
        <p:nvPr/>
      </p:nvGrpSpPr>
      <p:grpSpPr>
        <a:xfrm>
          <a:off x="0" y="0"/>
          <a:ext cx="0" cy="0"/>
          <a:chOff x="0" y="0"/>
          <a:chExt cx="0" cy="0"/>
        </a:xfrm>
      </p:grpSpPr>
      <p:sp>
        <p:nvSpPr>
          <p:cNvPr id="483" name="Google Shape;483;p39">
            <a:extLst>
              <a:ext uri="{FF2B5EF4-FFF2-40B4-BE49-F238E27FC236}">
                <a16:creationId xmlns:a16="http://schemas.microsoft.com/office/drawing/2014/main" id="{ED2568DB-A528-4126-8794-FB84EC1AEC0D}"/>
              </a:ext>
            </a:extLst>
          </p:cNvPr>
          <p:cNvSpPr txBox="1">
            <a:spLocks noGrp="1"/>
          </p:cNvSpPr>
          <p:nvPr>
            <p:ph type="subTitle" idx="3"/>
          </p:nvPr>
        </p:nvSpPr>
        <p:spPr>
          <a:xfrm>
            <a:off x="743712" y="2732701"/>
            <a:ext cx="7754112" cy="259048"/>
          </a:xfrm>
          <a:prstGeom prst="rect">
            <a:avLst/>
          </a:prstGeom>
        </p:spPr>
        <p:txBody>
          <a:bodyPr spcFirstLastPara="1" wrap="square" lIns="91425" tIns="91425" rIns="91425" bIns="91425" anchor="t" anchorCtr="0">
            <a:noAutofit/>
          </a:bodyPr>
          <a:lstStyle/>
          <a:p>
            <a:pPr marL="285750" lvl="0" indent="-285750" algn="ctr" rtl="0">
              <a:spcBef>
                <a:spcPts val="0"/>
              </a:spcBef>
              <a:spcAft>
                <a:spcPts val="0"/>
              </a:spcAft>
              <a:buFont typeface="Arial" panose="020B0604020202020204" pitchFamily="34" charset="0"/>
              <a:buChar char="•"/>
            </a:pPr>
            <a:r>
              <a:rPr lang="en-US" dirty="0"/>
              <a:t>Offer various cards that act offensively and defensively.</a:t>
            </a:r>
            <a:endParaRPr dirty="0"/>
          </a:p>
        </p:txBody>
      </p:sp>
      <p:sp>
        <p:nvSpPr>
          <p:cNvPr id="484" name="Google Shape;484;p39">
            <a:extLst>
              <a:ext uri="{FF2B5EF4-FFF2-40B4-BE49-F238E27FC236}">
                <a16:creationId xmlns:a16="http://schemas.microsoft.com/office/drawing/2014/main" id="{F207CAD1-6787-27D4-DF7E-EC17932B7740}"/>
              </a:ext>
            </a:extLst>
          </p:cNvPr>
          <p:cNvSpPr txBox="1">
            <a:spLocks noGrp="1"/>
          </p:cNvSpPr>
          <p:nvPr>
            <p:ph type="subTitle" idx="1"/>
          </p:nvPr>
        </p:nvSpPr>
        <p:spPr>
          <a:xfrm>
            <a:off x="743712" y="1587969"/>
            <a:ext cx="7876032" cy="205001"/>
          </a:xfrm>
          <a:prstGeom prst="rect">
            <a:avLst/>
          </a:prstGeom>
        </p:spPr>
        <p:txBody>
          <a:bodyPr spcFirstLastPara="1" wrap="square" lIns="91425" tIns="91425" rIns="91425" bIns="91425" anchor="t" anchorCtr="0">
            <a:noAutofit/>
          </a:bodyPr>
          <a:lstStyle/>
          <a:p>
            <a:pPr marL="285750" lvl="0" indent="-285750" algn="ctr" rtl="0">
              <a:spcBef>
                <a:spcPts val="0"/>
              </a:spcBef>
              <a:spcAft>
                <a:spcPts val="0"/>
              </a:spcAft>
              <a:buFont typeface="Arial" panose="020B0604020202020204" pitchFamily="34" charset="0"/>
              <a:buChar char="•"/>
            </a:pPr>
            <a:r>
              <a:rPr lang="en-US" dirty="0"/>
              <a:t>Design a system where players manage cards during combat.</a:t>
            </a:r>
            <a:endParaRPr dirty="0"/>
          </a:p>
        </p:txBody>
      </p:sp>
      <p:sp>
        <p:nvSpPr>
          <p:cNvPr id="485" name="Google Shape;485;p39">
            <a:extLst>
              <a:ext uri="{FF2B5EF4-FFF2-40B4-BE49-F238E27FC236}">
                <a16:creationId xmlns:a16="http://schemas.microsoft.com/office/drawing/2014/main" id="{C779FEBD-4DC1-86B0-5589-621F484AE540}"/>
              </a:ext>
            </a:extLst>
          </p:cNvPr>
          <p:cNvSpPr txBox="1">
            <a:spLocks noGrp="1"/>
          </p:cNvSpPr>
          <p:nvPr>
            <p:ph type="title"/>
          </p:nvPr>
        </p:nvSpPr>
        <p:spPr>
          <a:xfrm>
            <a:off x="2472600" y="571850"/>
            <a:ext cx="41988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Objectives:</a:t>
            </a:r>
            <a:endParaRPr dirty="0"/>
          </a:p>
        </p:txBody>
      </p:sp>
      <p:sp>
        <p:nvSpPr>
          <p:cNvPr id="488" name="Google Shape;488;p39">
            <a:extLst>
              <a:ext uri="{FF2B5EF4-FFF2-40B4-BE49-F238E27FC236}">
                <a16:creationId xmlns:a16="http://schemas.microsoft.com/office/drawing/2014/main" id="{29B577B5-3EAC-E739-63C4-7ABD44690A3C}"/>
              </a:ext>
            </a:extLst>
          </p:cNvPr>
          <p:cNvSpPr txBox="1">
            <a:spLocks noGrp="1"/>
          </p:cNvSpPr>
          <p:nvPr>
            <p:ph type="subTitle" idx="5"/>
          </p:nvPr>
        </p:nvSpPr>
        <p:spPr>
          <a:xfrm>
            <a:off x="743712" y="3877434"/>
            <a:ext cx="7754112" cy="365684"/>
          </a:xfrm>
          <a:prstGeom prst="rect">
            <a:avLst/>
          </a:prstGeom>
        </p:spPr>
        <p:txBody>
          <a:bodyPr spcFirstLastPara="1" wrap="square" lIns="91425" tIns="91425" rIns="91425" bIns="91425" anchor="t" anchorCtr="0">
            <a:noAutofit/>
          </a:bodyPr>
          <a:lstStyle/>
          <a:p>
            <a:pPr marL="285750" lvl="0" indent="-285750" algn="ctr" rtl="0">
              <a:spcBef>
                <a:spcPts val="0"/>
              </a:spcBef>
              <a:spcAft>
                <a:spcPts val="0"/>
              </a:spcAft>
              <a:buFont typeface="Arial" panose="020B0604020202020204" pitchFamily="34" charset="0"/>
              <a:buChar char="•"/>
            </a:pPr>
            <a:r>
              <a:rPr lang="en-US" dirty="0"/>
              <a:t>Create a simple environment for the player to have a turn-based card game.</a:t>
            </a:r>
            <a:endParaRPr dirty="0"/>
          </a:p>
        </p:txBody>
      </p:sp>
      <p:cxnSp>
        <p:nvCxnSpPr>
          <p:cNvPr id="489" name="Google Shape;489;p39">
            <a:extLst>
              <a:ext uri="{FF2B5EF4-FFF2-40B4-BE49-F238E27FC236}">
                <a16:creationId xmlns:a16="http://schemas.microsoft.com/office/drawing/2014/main" id="{F2F6F21B-FFBB-8303-49A1-B41CA8CBEA94}"/>
              </a:ext>
            </a:extLst>
          </p:cNvPr>
          <p:cNvCxnSpPr/>
          <p:nvPr/>
        </p:nvCxnSpPr>
        <p:spPr>
          <a:xfrm>
            <a:off x="2895600" y="2151744"/>
            <a:ext cx="3352800" cy="0"/>
          </a:xfrm>
          <a:prstGeom prst="straightConnector1">
            <a:avLst/>
          </a:prstGeom>
          <a:noFill/>
          <a:ln w="9525" cap="flat" cmpd="sng">
            <a:solidFill>
              <a:schemeClr val="lt1"/>
            </a:solidFill>
            <a:prstDash val="solid"/>
            <a:round/>
            <a:headEnd type="none" w="med" len="med"/>
            <a:tailEnd type="none" w="med" len="med"/>
          </a:ln>
        </p:spPr>
      </p:cxnSp>
      <p:cxnSp>
        <p:nvCxnSpPr>
          <p:cNvPr id="490" name="Google Shape;490;p39">
            <a:extLst>
              <a:ext uri="{FF2B5EF4-FFF2-40B4-BE49-F238E27FC236}">
                <a16:creationId xmlns:a16="http://schemas.microsoft.com/office/drawing/2014/main" id="{A7829AD9-9253-E9F8-EE44-8B7FC67B5008}"/>
              </a:ext>
            </a:extLst>
          </p:cNvPr>
          <p:cNvCxnSpPr/>
          <p:nvPr/>
        </p:nvCxnSpPr>
        <p:spPr>
          <a:xfrm>
            <a:off x="2895600" y="3316268"/>
            <a:ext cx="3352800" cy="0"/>
          </a:xfrm>
          <a:prstGeom prst="straightConnector1">
            <a:avLst/>
          </a:prstGeom>
          <a:noFill/>
          <a:ln w="9525" cap="flat" cmpd="sng">
            <a:solidFill>
              <a:schemeClr val="lt1"/>
            </a:solidFill>
            <a:prstDash val="solid"/>
            <a:round/>
            <a:headEnd type="none" w="med" len="med"/>
            <a:tailEnd type="none" w="med" len="med"/>
          </a:ln>
        </p:spPr>
      </p:cxnSp>
      <p:sp>
        <p:nvSpPr>
          <p:cNvPr id="2" name="Google Shape;432;p35">
            <a:extLst>
              <a:ext uri="{FF2B5EF4-FFF2-40B4-BE49-F238E27FC236}">
                <a16:creationId xmlns:a16="http://schemas.microsoft.com/office/drawing/2014/main" id="{753AFD4A-0A1A-474A-BB3A-241902D0217B}"/>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7</a:t>
            </a:r>
          </a:p>
        </p:txBody>
      </p:sp>
    </p:spTree>
    <p:extLst>
      <p:ext uri="{BB962C8B-B14F-4D97-AF65-F5344CB8AC3E}">
        <p14:creationId xmlns:p14="http://schemas.microsoft.com/office/powerpoint/2010/main" val="993773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8B0AD9B9-CC19-BF51-436F-C089E1AE6E36}"/>
            </a:ext>
          </a:extLst>
        </p:cNvPr>
        <p:cNvGrpSpPr/>
        <p:nvPr/>
      </p:nvGrpSpPr>
      <p:grpSpPr>
        <a:xfrm>
          <a:off x="0" y="0"/>
          <a:ext cx="0" cy="0"/>
          <a:chOff x="0" y="0"/>
          <a:chExt cx="0" cy="0"/>
        </a:xfrm>
      </p:grpSpPr>
      <p:sp>
        <p:nvSpPr>
          <p:cNvPr id="430" name="Google Shape;430;p35">
            <a:extLst>
              <a:ext uri="{FF2B5EF4-FFF2-40B4-BE49-F238E27FC236}">
                <a16:creationId xmlns:a16="http://schemas.microsoft.com/office/drawing/2014/main" id="{16C34C2E-5E19-4F6F-E1B3-EF54A2400657}"/>
              </a:ext>
            </a:extLst>
          </p:cNvPr>
          <p:cNvSpPr txBox="1">
            <a:spLocks noGrp="1"/>
          </p:cNvSpPr>
          <p:nvPr>
            <p:ph type="title" idx="2"/>
          </p:nvPr>
        </p:nvSpPr>
        <p:spPr>
          <a:xfrm>
            <a:off x="3991350" y="1222967"/>
            <a:ext cx="1161300" cy="1161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3</a:t>
            </a:r>
            <a:endParaRPr dirty="0"/>
          </a:p>
        </p:txBody>
      </p:sp>
      <p:sp>
        <p:nvSpPr>
          <p:cNvPr id="431" name="Google Shape;431;p35">
            <a:extLst>
              <a:ext uri="{FF2B5EF4-FFF2-40B4-BE49-F238E27FC236}">
                <a16:creationId xmlns:a16="http://schemas.microsoft.com/office/drawing/2014/main" id="{4509DAA6-D1B1-E68F-1D3B-2143ED3F4279}"/>
              </a:ext>
            </a:extLst>
          </p:cNvPr>
          <p:cNvSpPr txBox="1">
            <a:spLocks noGrp="1"/>
          </p:cNvSpPr>
          <p:nvPr>
            <p:ph type="title"/>
          </p:nvPr>
        </p:nvSpPr>
        <p:spPr>
          <a:xfrm>
            <a:off x="1778550" y="2468535"/>
            <a:ext cx="5586900"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Methodology</a:t>
            </a:r>
            <a:endParaRPr dirty="0"/>
          </a:p>
        </p:txBody>
      </p:sp>
      <p:sp>
        <p:nvSpPr>
          <p:cNvPr id="432" name="Google Shape;432;p35">
            <a:extLst>
              <a:ext uri="{FF2B5EF4-FFF2-40B4-BE49-F238E27FC236}">
                <a16:creationId xmlns:a16="http://schemas.microsoft.com/office/drawing/2014/main" id="{0EC27E90-3E14-1F1A-8690-91FD81841344}"/>
              </a:ext>
            </a:extLst>
          </p:cNvPr>
          <p:cNvSpPr txBox="1">
            <a:spLocks noGrp="1"/>
          </p:cNvSpPr>
          <p:nvPr>
            <p:ph type="subTitle" idx="1"/>
          </p:nvPr>
        </p:nvSpPr>
        <p:spPr>
          <a:xfrm>
            <a:off x="1780650" y="3554833"/>
            <a:ext cx="5582700" cy="36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The Last Draw: Card Slayer</a:t>
            </a:r>
            <a:endParaRPr dirty="0"/>
          </a:p>
        </p:txBody>
      </p:sp>
      <p:cxnSp>
        <p:nvCxnSpPr>
          <p:cNvPr id="433" name="Google Shape;433;p35">
            <a:extLst>
              <a:ext uri="{FF2B5EF4-FFF2-40B4-BE49-F238E27FC236}">
                <a16:creationId xmlns:a16="http://schemas.microsoft.com/office/drawing/2014/main" id="{8BBF5A23-7455-EE42-80FB-91134CD879ED}"/>
              </a:ext>
            </a:extLst>
          </p:cNvPr>
          <p:cNvCxnSpPr/>
          <p:nvPr/>
        </p:nvCxnSpPr>
        <p:spPr>
          <a:xfrm>
            <a:off x="2326500" y="3515150"/>
            <a:ext cx="4491000" cy="0"/>
          </a:xfrm>
          <a:prstGeom prst="straightConnector1">
            <a:avLst/>
          </a:prstGeom>
          <a:noFill/>
          <a:ln w="9525" cap="flat" cmpd="sng">
            <a:solidFill>
              <a:schemeClr val="lt1"/>
            </a:solidFill>
            <a:prstDash val="solid"/>
            <a:round/>
            <a:headEnd type="none" w="med" len="med"/>
            <a:tailEnd type="none" w="med" len="med"/>
          </a:ln>
        </p:spPr>
      </p:cxnSp>
      <p:sp>
        <p:nvSpPr>
          <p:cNvPr id="2" name="Google Shape;432;p35">
            <a:extLst>
              <a:ext uri="{FF2B5EF4-FFF2-40B4-BE49-F238E27FC236}">
                <a16:creationId xmlns:a16="http://schemas.microsoft.com/office/drawing/2014/main" id="{8223895D-3D40-D4DE-372E-87F1F5548219}"/>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8</a:t>
            </a:r>
          </a:p>
        </p:txBody>
      </p:sp>
    </p:spTree>
    <p:extLst>
      <p:ext uri="{BB962C8B-B14F-4D97-AF65-F5344CB8AC3E}">
        <p14:creationId xmlns:p14="http://schemas.microsoft.com/office/powerpoint/2010/main" val="1580867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51"/>
          <p:cNvSpPr txBox="1">
            <a:spLocks noGrp="1"/>
          </p:cNvSpPr>
          <p:nvPr>
            <p:ph type="title"/>
          </p:nvPr>
        </p:nvSpPr>
        <p:spPr>
          <a:xfrm>
            <a:off x="2753719" y="1255375"/>
            <a:ext cx="35340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Guide for the project:</a:t>
            </a:r>
            <a:endParaRPr dirty="0"/>
          </a:p>
        </p:txBody>
      </p:sp>
      <p:sp>
        <p:nvSpPr>
          <p:cNvPr id="761" name="Google Shape;761;p51"/>
          <p:cNvSpPr txBox="1">
            <a:spLocks noGrp="1"/>
          </p:cNvSpPr>
          <p:nvPr>
            <p:ph type="title" idx="4"/>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Research Methodology:</a:t>
            </a:r>
            <a:endParaRPr dirty="0"/>
          </a:p>
        </p:txBody>
      </p:sp>
      <p:sp>
        <p:nvSpPr>
          <p:cNvPr id="764" name="Google Shape;764;p51"/>
          <p:cNvSpPr txBox="1">
            <a:spLocks noGrp="1"/>
          </p:cNvSpPr>
          <p:nvPr>
            <p:ph type="subTitle" idx="3"/>
          </p:nvPr>
        </p:nvSpPr>
        <p:spPr>
          <a:xfrm>
            <a:off x="2753364" y="1523149"/>
            <a:ext cx="3534600" cy="2585700"/>
          </a:xfrm>
          <a:prstGeom prst="rect">
            <a:avLst/>
          </a:prstGeom>
        </p:spPr>
        <p:txBody>
          <a:bodyPr spcFirstLastPara="1" wrap="square" lIns="91425" tIns="91425" rIns="91425" bIns="91425" anchor="t" anchorCtr="0">
            <a:noAutofit/>
          </a:bodyPr>
          <a:lstStyle/>
          <a:p>
            <a:pPr marL="274320" lvl="0" indent="-226059" algn="l" rtl="0">
              <a:spcBef>
                <a:spcPts val="0"/>
              </a:spcBef>
              <a:spcAft>
                <a:spcPts val="0"/>
              </a:spcAft>
              <a:buSzPts val="1400"/>
              <a:buChar char="●"/>
            </a:pPr>
            <a:r>
              <a:rPr lang="en-US" dirty="0"/>
              <a:t>Kehom's Forge: Helped with the creation of AI logic of conditional and chance-based.</a:t>
            </a:r>
          </a:p>
          <a:p>
            <a:pPr marL="274320" lvl="0" indent="-226059" algn="l" rtl="0">
              <a:spcBef>
                <a:spcPts val="1000"/>
              </a:spcBef>
              <a:spcAft>
                <a:spcPts val="0"/>
              </a:spcAft>
              <a:buSzPts val="1400"/>
              <a:buChar char="●"/>
            </a:pPr>
            <a:r>
              <a:rPr lang="en-US" dirty="0"/>
              <a:t>The Demon’s Hand (League of Legends): Concept for the card-based game.</a:t>
            </a:r>
          </a:p>
          <a:p>
            <a:pPr marL="274320" lvl="0" indent="-226059" algn="l" rtl="0">
              <a:spcBef>
                <a:spcPts val="1000"/>
              </a:spcBef>
              <a:spcAft>
                <a:spcPts val="0"/>
              </a:spcAft>
              <a:buSzPts val="1400"/>
              <a:buChar char="●"/>
            </a:pPr>
            <a:r>
              <a:rPr lang="en-US" dirty="0"/>
              <a:t>Opengameart.org: Assets and idea for asset creation.</a:t>
            </a:r>
            <a:endParaRPr dirty="0"/>
          </a:p>
        </p:txBody>
      </p:sp>
      <p:sp>
        <p:nvSpPr>
          <p:cNvPr id="765" name="Google Shape;765;p51"/>
          <p:cNvSpPr/>
          <p:nvPr/>
        </p:nvSpPr>
        <p:spPr>
          <a:xfrm>
            <a:off x="205900" y="441431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32;p35">
            <a:extLst>
              <a:ext uri="{FF2B5EF4-FFF2-40B4-BE49-F238E27FC236}">
                <a16:creationId xmlns:a16="http://schemas.microsoft.com/office/drawing/2014/main" id="{4905BE5F-EDFB-126C-3913-7FBC04A04C0E}"/>
              </a:ext>
            </a:extLst>
          </p:cNvPr>
          <p:cNvSpPr txBox="1">
            <a:spLocks/>
          </p:cNvSpPr>
          <p:nvPr/>
        </p:nvSpPr>
        <p:spPr>
          <a:xfrm>
            <a:off x="8622506" y="4755207"/>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9">
          <a:extLst>
            <a:ext uri="{FF2B5EF4-FFF2-40B4-BE49-F238E27FC236}">
              <a16:creationId xmlns:a16="http://schemas.microsoft.com/office/drawing/2014/main" id="{A67EB2A7-CE31-72B2-7C14-0654FD441DBA}"/>
            </a:ext>
          </a:extLst>
        </p:cNvPr>
        <p:cNvGrpSpPr/>
        <p:nvPr/>
      </p:nvGrpSpPr>
      <p:grpSpPr>
        <a:xfrm>
          <a:off x="0" y="0"/>
          <a:ext cx="0" cy="0"/>
          <a:chOff x="0" y="0"/>
          <a:chExt cx="0" cy="0"/>
        </a:xfrm>
      </p:grpSpPr>
      <p:sp>
        <p:nvSpPr>
          <p:cNvPr id="760" name="Google Shape;760;p51">
            <a:extLst>
              <a:ext uri="{FF2B5EF4-FFF2-40B4-BE49-F238E27FC236}">
                <a16:creationId xmlns:a16="http://schemas.microsoft.com/office/drawing/2014/main" id="{D21B29E2-6F28-7D74-E495-4B327664072D}"/>
              </a:ext>
            </a:extLst>
          </p:cNvPr>
          <p:cNvSpPr txBox="1">
            <a:spLocks noGrp="1"/>
          </p:cNvSpPr>
          <p:nvPr>
            <p:ph type="title"/>
          </p:nvPr>
        </p:nvSpPr>
        <p:spPr>
          <a:xfrm>
            <a:off x="2639419" y="1255375"/>
            <a:ext cx="35340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Agile</a:t>
            </a:r>
            <a:endParaRPr sz="2400" dirty="0"/>
          </a:p>
        </p:txBody>
      </p:sp>
      <p:sp>
        <p:nvSpPr>
          <p:cNvPr id="761" name="Google Shape;761;p51">
            <a:extLst>
              <a:ext uri="{FF2B5EF4-FFF2-40B4-BE49-F238E27FC236}">
                <a16:creationId xmlns:a16="http://schemas.microsoft.com/office/drawing/2014/main" id="{79382BC3-18B0-279A-0090-8873A3FA6413}"/>
              </a:ext>
            </a:extLst>
          </p:cNvPr>
          <p:cNvSpPr txBox="1">
            <a:spLocks noGrp="1"/>
          </p:cNvSpPr>
          <p:nvPr>
            <p:ph type="title" idx="4"/>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Method </a:t>
            </a:r>
            <a:r>
              <a:rPr lang="en-US" dirty="0"/>
              <a:t>Development Methodology:</a:t>
            </a:r>
            <a:endParaRPr dirty="0"/>
          </a:p>
        </p:txBody>
      </p:sp>
      <p:sp>
        <p:nvSpPr>
          <p:cNvPr id="764" name="Google Shape;764;p51">
            <a:extLst>
              <a:ext uri="{FF2B5EF4-FFF2-40B4-BE49-F238E27FC236}">
                <a16:creationId xmlns:a16="http://schemas.microsoft.com/office/drawing/2014/main" id="{9ADDF810-811C-48D5-C38F-30095E00D5D6}"/>
              </a:ext>
            </a:extLst>
          </p:cNvPr>
          <p:cNvSpPr txBox="1">
            <a:spLocks noGrp="1"/>
          </p:cNvSpPr>
          <p:nvPr>
            <p:ph type="subTitle" idx="3"/>
          </p:nvPr>
        </p:nvSpPr>
        <p:spPr>
          <a:xfrm>
            <a:off x="2638819" y="1713995"/>
            <a:ext cx="3534600" cy="2585700"/>
          </a:xfrm>
          <a:prstGeom prst="rect">
            <a:avLst/>
          </a:prstGeom>
        </p:spPr>
        <p:txBody>
          <a:bodyPr spcFirstLastPara="1" wrap="square" lIns="91425" tIns="91425" rIns="91425" bIns="91425" anchor="t" anchorCtr="0">
            <a:noAutofit/>
          </a:bodyPr>
          <a:lstStyle/>
          <a:p>
            <a:pPr marL="274320" lvl="0" indent="-226059" algn="l" rtl="0">
              <a:spcBef>
                <a:spcPts val="0"/>
              </a:spcBef>
              <a:spcAft>
                <a:spcPts val="0"/>
              </a:spcAft>
              <a:buSzPts val="1400"/>
              <a:buChar char="●"/>
            </a:pPr>
            <a:r>
              <a:rPr lang="en-US" sz="1800" dirty="0"/>
              <a:t>Enables quick testing of small features. (Different Card States)</a:t>
            </a:r>
          </a:p>
          <a:p>
            <a:pPr marL="274320" lvl="0" indent="-226059" algn="l" rtl="0">
              <a:spcBef>
                <a:spcPts val="1000"/>
              </a:spcBef>
              <a:spcAft>
                <a:spcPts val="0"/>
              </a:spcAft>
              <a:buSzPts val="1400"/>
              <a:buChar char="●"/>
            </a:pPr>
            <a:r>
              <a:rPr lang="en-US" sz="1800" dirty="0"/>
              <a:t>Flexibility: easy design changes.</a:t>
            </a:r>
          </a:p>
          <a:p>
            <a:pPr marL="274320" lvl="0" indent="-226059" algn="l" rtl="0">
              <a:spcBef>
                <a:spcPts val="1000"/>
              </a:spcBef>
              <a:spcAft>
                <a:spcPts val="0"/>
              </a:spcAft>
              <a:buSzPts val="1400"/>
              <a:buChar char="●"/>
            </a:pPr>
            <a:r>
              <a:rPr lang="en-US" sz="1800" dirty="0"/>
              <a:t>Freedom of regular iteration and constant feedback.</a:t>
            </a:r>
            <a:endParaRPr sz="1800" dirty="0"/>
          </a:p>
        </p:txBody>
      </p:sp>
      <p:sp>
        <p:nvSpPr>
          <p:cNvPr id="765" name="Google Shape;765;p51">
            <a:extLst>
              <a:ext uri="{FF2B5EF4-FFF2-40B4-BE49-F238E27FC236}">
                <a16:creationId xmlns:a16="http://schemas.microsoft.com/office/drawing/2014/main" id="{B94AE409-8846-1893-5571-27A4304026F6}"/>
              </a:ext>
            </a:extLst>
          </p:cNvPr>
          <p:cNvSpPr/>
          <p:nvPr/>
        </p:nvSpPr>
        <p:spPr>
          <a:xfrm>
            <a:off x="205900" y="4414313"/>
            <a:ext cx="185100" cy="185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32;p35">
            <a:extLst>
              <a:ext uri="{FF2B5EF4-FFF2-40B4-BE49-F238E27FC236}">
                <a16:creationId xmlns:a16="http://schemas.microsoft.com/office/drawing/2014/main" id="{24A472EC-EEF3-DD18-AAB1-1DBA6F6EF3E9}"/>
              </a:ext>
            </a:extLst>
          </p:cNvPr>
          <p:cNvSpPr txBox="1">
            <a:spLocks/>
          </p:cNvSpPr>
          <p:nvPr/>
        </p:nvSpPr>
        <p:spPr>
          <a:xfrm>
            <a:off x="8608219" y="4713937"/>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10</a:t>
            </a:r>
          </a:p>
        </p:txBody>
      </p:sp>
    </p:spTree>
    <p:extLst>
      <p:ext uri="{BB962C8B-B14F-4D97-AF65-F5344CB8AC3E}">
        <p14:creationId xmlns:p14="http://schemas.microsoft.com/office/powerpoint/2010/main" val="3526018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A5D8F15F-D5D5-FB8B-2B74-A205D5645D5F}"/>
            </a:ext>
          </a:extLst>
        </p:cNvPr>
        <p:cNvGrpSpPr/>
        <p:nvPr/>
      </p:nvGrpSpPr>
      <p:grpSpPr>
        <a:xfrm>
          <a:off x="0" y="0"/>
          <a:ext cx="0" cy="0"/>
          <a:chOff x="0" y="0"/>
          <a:chExt cx="0" cy="0"/>
        </a:xfrm>
      </p:grpSpPr>
      <p:sp>
        <p:nvSpPr>
          <p:cNvPr id="430" name="Google Shape;430;p35">
            <a:extLst>
              <a:ext uri="{FF2B5EF4-FFF2-40B4-BE49-F238E27FC236}">
                <a16:creationId xmlns:a16="http://schemas.microsoft.com/office/drawing/2014/main" id="{0A8D236E-00B9-4E3B-341F-E453225D36C9}"/>
              </a:ext>
            </a:extLst>
          </p:cNvPr>
          <p:cNvSpPr txBox="1">
            <a:spLocks noGrp="1"/>
          </p:cNvSpPr>
          <p:nvPr>
            <p:ph type="title" idx="2"/>
          </p:nvPr>
        </p:nvSpPr>
        <p:spPr>
          <a:xfrm>
            <a:off x="3991350" y="1222967"/>
            <a:ext cx="1161300" cy="1161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4</a:t>
            </a:r>
            <a:endParaRPr dirty="0"/>
          </a:p>
        </p:txBody>
      </p:sp>
      <p:sp>
        <p:nvSpPr>
          <p:cNvPr id="431" name="Google Shape;431;p35">
            <a:extLst>
              <a:ext uri="{FF2B5EF4-FFF2-40B4-BE49-F238E27FC236}">
                <a16:creationId xmlns:a16="http://schemas.microsoft.com/office/drawing/2014/main" id="{5742F4A8-FB96-0ED1-67BA-4CAB57235E63}"/>
              </a:ext>
            </a:extLst>
          </p:cNvPr>
          <p:cNvSpPr txBox="1">
            <a:spLocks noGrp="1"/>
          </p:cNvSpPr>
          <p:nvPr>
            <p:ph type="title"/>
          </p:nvPr>
        </p:nvSpPr>
        <p:spPr>
          <a:xfrm>
            <a:off x="707231" y="2468535"/>
            <a:ext cx="7808119"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Project Management</a:t>
            </a:r>
            <a:endParaRPr dirty="0"/>
          </a:p>
        </p:txBody>
      </p:sp>
      <p:sp>
        <p:nvSpPr>
          <p:cNvPr id="432" name="Google Shape;432;p35">
            <a:extLst>
              <a:ext uri="{FF2B5EF4-FFF2-40B4-BE49-F238E27FC236}">
                <a16:creationId xmlns:a16="http://schemas.microsoft.com/office/drawing/2014/main" id="{4DA7658A-EB77-B389-2CD3-80A0DCF38F97}"/>
              </a:ext>
            </a:extLst>
          </p:cNvPr>
          <p:cNvSpPr txBox="1">
            <a:spLocks noGrp="1"/>
          </p:cNvSpPr>
          <p:nvPr>
            <p:ph type="subTitle" idx="1"/>
          </p:nvPr>
        </p:nvSpPr>
        <p:spPr>
          <a:xfrm>
            <a:off x="1780650" y="3554833"/>
            <a:ext cx="5582700" cy="36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The Last Draw: Card Slayer</a:t>
            </a:r>
            <a:endParaRPr dirty="0"/>
          </a:p>
        </p:txBody>
      </p:sp>
      <p:cxnSp>
        <p:nvCxnSpPr>
          <p:cNvPr id="433" name="Google Shape;433;p35">
            <a:extLst>
              <a:ext uri="{FF2B5EF4-FFF2-40B4-BE49-F238E27FC236}">
                <a16:creationId xmlns:a16="http://schemas.microsoft.com/office/drawing/2014/main" id="{62DA8E75-47DD-8A35-BDD7-3735A9293FBD}"/>
              </a:ext>
            </a:extLst>
          </p:cNvPr>
          <p:cNvCxnSpPr/>
          <p:nvPr/>
        </p:nvCxnSpPr>
        <p:spPr>
          <a:xfrm>
            <a:off x="2326500" y="3515150"/>
            <a:ext cx="4491000" cy="0"/>
          </a:xfrm>
          <a:prstGeom prst="straightConnector1">
            <a:avLst/>
          </a:prstGeom>
          <a:noFill/>
          <a:ln w="9525" cap="flat" cmpd="sng">
            <a:solidFill>
              <a:schemeClr val="lt1"/>
            </a:solidFill>
            <a:prstDash val="solid"/>
            <a:round/>
            <a:headEnd type="none" w="med" len="med"/>
            <a:tailEnd type="none" w="med" len="med"/>
          </a:ln>
        </p:spPr>
      </p:cxnSp>
      <p:sp>
        <p:nvSpPr>
          <p:cNvPr id="2" name="Google Shape;432;p35">
            <a:extLst>
              <a:ext uri="{FF2B5EF4-FFF2-40B4-BE49-F238E27FC236}">
                <a16:creationId xmlns:a16="http://schemas.microsoft.com/office/drawing/2014/main" id="{FA2CECD0-7360-D244-1840-F2AD9235BDB4}"/>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11</a:t>
            </a:r>
          </a:p>
        </p:txBody>
      </p:sp>
    </p:spTree>
    <p:extLst>
      <p:ext uri="{BB962C8B-B14F-4D97-AF65-F5344CB8AC3E}">
        <p14:creationId xmlns:p14="http://schemas.microsoft.com/office/powerpoint/2010/main" val="1205557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40"/>
          <p:cNvSpPr txBox="1">
            <a:spLocks noGrp="1"/>
          </p:cNvSpPr>
          <p:nvPr>
            <p:ph type="title"/>
          </p:nvPr>
        </p:nvSpPr>
        <p:spPr>
          <a:xfrm>
            <a:off x="1128652" y="1277125"/>
            <a:ext cx="2000311" cy="1445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dirty="0"/>
              <a:t>Gantt </a:t>
            </a:r>
            <a:br>
              <a:rPr lang="en-US" dirty="0"/>
            </a:br>
            <a:r>
              <a:rPr lang="en-US" dirty="0"/>
              <a:t>Chart</a:t>
            </a:r>
            <a:endParaRPr dirty="0"/>
          </a:p>
        </p:txBody>
      </p:sp>
      <p:pic>
        <p:nvPicPr>
          <p:cNvPr id="497" name="Google Shape;497;p40"/>
          <p:cNvPicPr preferRelativeResize="0">
            <a:picLocks noGrp="1"/>
          </p:cNvPicPr>
          <p:nvPr>
            <p:ph type="pic" idx="2"/>
          </p:nvPr>
        </p:nvPicPr>
        <p:blipFill rotWithShape="1">
          <a:blip r:embed="rId3"/>
          <a:srcRect l="3853" r="3853"/>
          <a:stretch/>
        </p:blipFill>
        <p:spPr>
          <a:xfrm>
            <a:off x="3250406" y="692945"/>
            <a:ext cx="4979194" cy="3757612"/>
          </a:xfrm>
          <a:prstGeom prst="rect">
            <a:avLst/>
          </a:prstGeom>
        </p:spPr>
      </p:pic>
      <p:sp>
        <p:nvSpPr>
          <p:cNvPr id="4" name="Google Shape;432;p35">
            <a:extLst>
              <a:ext uri="{FF2B5EF4-FFF2-40B4-BE49-F238E27FC236}">
                <a16:creationId xmlns:a16="http://schemas.microsoft.com/office/drawing/2014/main" id="{9FE0A68B-E562-3997-EF2F-72350F57A9DE}"/>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96D44839-A56A-2378-A5C0-79818B76C9E9}"/>
            </a:ext>
          </a:extLst>
        </p:cNvPr>
        <p:cNvGrpSpPr/>
        <p:nvPr/>
      </p:nvGrpSpPr>
      <p:grpSpPr>
        <a:xfrm>
          <a:off x="0" y="0"/>
          <a:ext cx="0" cy="0"/>
          <a:chOff x="0" y="0"/>
          <a:chExt cx="0" cy="0"/>
        </a:xfrm>
      </p:grpSpPr>
      <p:sp>
        <p:nvSpPr>
          <p:cNvPr id="495" name="Google Shape;495;p40">
            <a:extLst>
              <a:ext uri="{FF2B5EF4-FFF2-40B4-BE49-F238E27FC236}">
                <a16:creationId xmlns:a16="http://schemas.microsoft.com/office/drawing/2014/main" id="{157FAC65-EF2D-C9FC-FAE5-9A4BD208A483}"/>
              </a:ext>
            </a:extLst>
          </p:cNvPr>
          <p:cNvSpPr txBox="1">
            <a:spLocks noGrp="1"/>
          </p:cNvSpPr>
          <p:nvPr>
            <p:ph type="title"/>
          </p:nvPr>
        </p:nvSpPr>
        <p:spPr>
          <a:xfrm>
            <a:off x="5854503" y="1348562"/>
            <a:ext cx="2000311" cy="144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Timeline</a:t>
            </a:r>
            <a:endParaRPr dirty="0"/>
          </a:p>
        </p:txBody>
      </p:sp>
      <p:pic>
        <p:nvPicPr>
          <p:cNvPr id="497" name="Google Shape;497;p40">
            <a:extLst>
              <a:ext uri="{FF2B5EF4-FFF2-40B4-BE49-F238E27FC236}">
                <a16:creationId xmlns:a16="http://schemas.microsoft.com/office/drawing/2014/main" id="{FC9E5775-6B67-EB27-67B6-AD2680A250AA}"/>
              </a:ext>
            </a:extLst>
          </p:cNvPr>
          <p:cNvPicPr preferRelativeResize="0">
            <a:picLocks noGrp="1"/>
          </p:cNvPicPr>
          <p:nvPr>
            <p:ph type="pic" idx="2"/>
          </p:nvPr>
        </p:nvPicPr>
        <p:blipFill rotWithShape="1">
          <a:blip r:embed="rId3"/>
          <a:srcRect t="9826" b="9826"/>
          <a:stretch/>
        </p:blipFill>
        <p:spPr>
          <a:xfrm>
            <a:off x="785812" y="692944"/>
            <a:ext cx="4979194" cy="3757612"/>
          </a:xfrm>
          <a:prstGeom prst="rect">
            <a:avLst/>
          </a:prstGeom>
        </p:spPr>
      </p:pic>
      <p:sp>
        <p:nvSpPr>
          <p:cNvPr id="4" name="Google Shape;432;p35">
            <a:extLst>
              <a:ext uri="{FF2B5EF4-FFF2-40B4-BE49-F238E27FC236}">
                <a16:creationId xmlns:a16="http://schemas.microsoft.com/office/drawing/2014/main" id="{9774DF82-9679-D941-45FB-2BBAD5060A4C}"/>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13</a:t>
            </a:r>
          </a:p>
        </p:txBody>
      </p:sp>
    </p:spTree>
    <p:extLst>
      <p:ext uri="{BB962C8B-B14F-4D97-AF65-F5344CB8AC3E}">
        <p14:creationId xmlns:p14="http://schemas.microsoft.com/office/powerpoint/2010/main" val="826147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E694864F-A702-F3CA-D043-2C4774CD047A}"/>
            </a:ext>
          </a:extLst>
        </p:cNvPr>
        <p:cNvGrpSpPr/>
        <p:nvPr/>
      </p:nvGrpSpPr>
      <p:grpSpPr>
        <a:xfrm>
          <a:off x="0" y="0"/>
          <a:ext cx="0" cy="0"/>
          <a:chOff x="0" y="0"/>
          <a:chExt cx="0" cy="0"/>
        </a:xfrm>
      </p:grpSpPr>
      <p:sp>
        <p:nvSpPr>
          <p:cNvPr id="430" name="Google Shape;430;p35">
            <a:extLst>
              <a:ext uri="{FF2B5EF4-FFF2-40B4-BE49-F238E27FC236}">
                <a16:creationId xmlns:a16="http://schemas.microsoft.com/office/drawing/2014/main" id="{9E91433A-BE3A-8840-054D-CB904BE11BF5}"/>
              </a:ext>
            </a:extLst>
          </p:cNvPr>
          <p:cNvSpPr txBox="1">
            <a:spLocks noGrp="1"/>
          </p:cNvSpPr>
          <p:nvPr>
            <p:ph type="title" idx="2"/>
          </p:nvPr>
        </p:nvSpPr>
        <p:spPr>
          <a:xfrm>
            <a:off x="3991350" y="1222967"/>
            <a:ext cx="1161300" cy="1161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5</a:t>
            </a:r>
            <a:endParaRPr dirty="0"/>
          </a:p>
        </p:txBody>
      </p:sp>
      <p:sp>
        <p:nvSpPr>
          <p:cNvPr id="431" name="Google Shape;431;p35">
            <a:extLst>
              <a:ext uri="{FF2B5EF4-FFF2-40B4-BE49-F238E27FC236}">
                <a16:creationId xmlns:a16="http://schemas.microsoft.com/office/drawing/2014/main" id="{B35DDD82-D8D0-A0C1-1AEF-73DA85DBBDE5}"/>
              </a:ext>
            </a:extLst>
          </p:cNvPr>
          <p:cNvSpPr txBox="1">
            <a:spLocks noGrp="1"/>
          </p:cNvSpPr>
          <p:nvPr>
            <p:ph type="title"/>
          </p:nvPr>
        </p:nvSpPr>
        <p:spPr>
          <a:xfrm>
            <a:off x="707231" y="2468535"/>
            <a:ext cx="7808119"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Product Design</a:t>
            </a:r>
            <a:endParaRPr dirty="0"/>
          </a:p>
        </p:txBody>
      </p:sp>
      <p:sp>
        <p:nvSpPr>
          <p:cNvPr id="432" name="Google Shape;432;p35">
            <a:extLst>
              <a:ext uri="{FF2B5EF4-FFF2-40B4-BE49-F238E27FC236}">
                <a16:creationId xmlns:a16="http://schemas.microsoft.com/office/drawing/2014/main" id="{6C347FCF-E78C-4D93-3F79-F9828405E034}"/>
              </a:ext>
            </a:extLst>
          </p:cNvPr>
          <p:cNvSpPr txBox="1">
            <a:spLocks noGrp="1"/>
          </p:cNvSpPr>
          <p:nvPr>
            <p:ph type="subTitle" idx="1"/>
          </p:nvPr>
        </p:nvSpPr>
        <p:spPr>
          <a:xfrm>
            <a:off x="1780650" y="3554833"/>
            <a:ext cx="5582700" cy="36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The Last Draw: Card Slayer</a:t>
            </a:r>
            <a:endParaRPr dirty="0"/>
          </a:p>
        </p:txBody>
      </p:sp>
      <p:cxnSp>
        <p:nvCxnSpPr>
          <p:cNvPr id="433" name="Google Shape;433;p35">
            <a:extLst>
              <a:ext uri="{FF2B5EF4-FFF2-40B4-BE49-F238E27FC236}">
                <a16:creationId xmlns:a16="http://schemas.microsoft.com/office/drawing/2014/main" id="{B02205BE-BBEA-E96D-5AFA-3CB4F3F79FF5}"/>
              </a:ext>
            </a:extLst>
          </p:cNvPr>
          <p:cNvCxnSpPr/>
          <p:nvPr/>
        </p:nvCxnSpPr>
        <p:spPr>
          <a:xfrm>
            <a:off x="2326500" y="3515150"/>
            <a:ext cx="4491000" cy="0"/>
          </a:xfrm>
          <a:prstGeom prst="straightConnector1">
            <a:avLst/>
          </a:prstGeom>
          <a:noFill/>
          <a:ln w="9525" cap="flat" cmpd="sng">
            <a:solidFill>
              <a:schemeClr val="lt1"/>
            </a:solidFill>
            <a:prstDash val="solid"/>
            <a:round/>
            <a:headEnd type="none" w="med" len="med"/>
            <a:tailEnd type="none" w="med" len="med"/>
          </a:ln>
        </p:spPr>
      </p:cxnSp>
      <p:sp>
        <p:nvSpPr>
          <p:cNvPr id="2" name="Google Shape;432;p35">
            <a:extLst>
              <a:ext uri="{FF2B5EF4-FFF2-40B4-BE49-F238E27FC236}">
                <a16:creationId xmlns:a16="http://schemas.microsoft.com/office/drawing/2014/main" id="{FF4E70B5-CAB3-8293-B7FC-E2FDCF55EB0E}"/>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14</a:t>
            </a:r>
          </a:p>
        </p:txBody>
      </p:sp>
    </p:spTree>
    <p:extLst>
      <p:ext uri="{BB962C8B-B14F-4D97-AF65-F5344CB8AC3E}">
        <p14:creationId xmlns:p14="http://schemas.microsoft.com/office/powerpoint/2010/main" val="2378511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11B61B5D-CC30-BC73-352F-D6B04F610347}"/>
            </a:ext>
          </a:extLst>
        </p:cNvPr>
        <p:cNvGrpSpPr/>
        <p:nvPr/>
      </p:nvGrpSpPr>
      <p:grpSpPr>
        <a:xfrm>
          <a:off x="0" y="0"/>
          <a:ext cx="0" cy="0"/>
          <a:chOff x="0" y="0"/>
          <a:chExt cx="0" cy="0"/>
        </a:xfrm>
      </p:grpSpPr>
      <p:sp>
        <p:nvSpPr>
          <p:cNvPr id="495" name="Google Shape;495;p40">
            <a:extLst>
              <a:ext uri="{FF2B5EF4-FFF2-40B4-BE49-F238E27FC236}">
                <a16:creationId xmlns:a16="http://schemas.microsoft.com/office/drawing/2014/main" id="{86DB9BED-28BC-3136-AEFD-6E327B41E625}"/>
              </a:ext>
            </a:extLst>
          </p:cNvPr>
          <p:cNvSpPr txBox="1">
            <a:spLocks noGrp="1"/>
          </p:cNvSpPr>
          <p:nvPr>
            <p:ph type="title"/>
          </p:nvPr>
        </p:nvSpPr>
        <p:spPr>
          <a:xfrm>
            <a:off x="2095946" y="871689"/>
            <a:ext cx="2178428" cy="57453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Flowchart: </a:t>
            </a:r>
            <a:endParaRPr dirty="0"/>
          </a:p>
        </p:txBody>
      </p:sp>
      <p:sp>
        <p:nvSpPr>
          <p:cNvPr id="4" name="Google Shape;432;p35">
            <a:extLst>
              <a:ext uri="{FF2B5EF4-FFF2-40B4-BE49-F238E27FC236}">
                <a16:creationId xmlns:a16="http://schemas.microsoft.com/office/drawing/2014/main" id="{8B6E7F33-C7D1-3FC1-C731-680587635521}"/>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15</a:t>
            </a:r>
          </a:p>
        </p:txBody>
      </p:sp>
      <p:sp>
        <p:nvSpPr>
          <p:cNvPr id="2" name="Google Shape;484;p39">
            <a:extLst>
              <a:ext uri="{FF2B5EF4-FFF2-40B4-BE49-F238E27FC236}">
                <a16:creationId xmlns:a16="http://schemas.microsoft.com/office/drawing/2014/main" id="{0F613F30-8A92-F13A-9AB4-DE1F619F361A}"/>
              </a:ext>
            </a:extLst>
          </p:cNvPr>
          <p:cNvSpPr txBox="1">
            <a:spLocks noGrp="1"/>
          </p:cNvSpPr>
          <p:nvPr>
            <p:ph type="subTitle" idx="1"/>
          </p:nvPr>
        </p:nvSpPr>
        <p:spPr>
          <a:xfrm>
            <a:off x="2182594" y="1584144"/>
            <a:ext cx="1337846" cy="355132"/>
          </a:xfrm>
          <a:prstGeom prst="rect">
            <a:avLst/>
          </a:prstGeom>
        </p:spPr>
        <p:txBody>
          <a:bodyPr spcFirstLastPara="1" wrap="square" lIns="91425" tIns="91425" rIns="91425" bIns="91425" anchor="t" anchorCtr="0">
            <a:noAutofit/>
          </a:bodyPr>
          <a:lstStyle/>
          <a:p>
            <a:pPr marL="285750" lvl="0" indent="-285750" algn="ctr" rtl="0">
              <a:spcBef>
                <a:spcPts val="0"/>
              </a:spcBef>
              <a:spcAft>
                <a:spcPts val="0"/>
              </a:spcAft>
              <a:buFont typeface="Arial" panose="020B0604020202020204" pitchFamily="34" charset="0"/>
              <a:buChar char="•"/>
            </a:pPr>
            <a:r>
              <a:rPr lang="en-US" dirty="0"/>
              <a:t>Main Menu</a:t>
            </a:r>
            <a:endParaRPr dirty="0"/>
          </a:p>
        </p:txBody>
      </p:sp>
      <p:pic>
        <p:nvPicPr>
          <p:cNvPr id="12" name="Picture 11">
            <a:extLst>
              <a:ext uri="{FF2B5EF4-FFF2-40B4-BE49-F238E27FC236}">
                <a16:creationId xmlns:a16="http://schemas.microsoft.com/office/drawing/2014/main" id="{88E775D4-BD3C-E0F4-9779-BB9268881723}"/>
              </a:ext>
            </a:extLst>
          </p:cNvPr>
          <p:cNvPicPr>
            <a:picLocks noChangeAspect="1"/>
          </p:cNvPicPr>
          <p:nvPr/>
        </p:nvPicPr>
        <p:blipFill>
          <a:blip r:embed="rId3"/>
          <a:stretch>
            <a:fillRect/>
          </a:stretch>
        </p:blipFill>
        <p:spPr>
          <a:xfrm>
            <a:off x="5372100" y="555543"/>
            <a:ext cx="3108960" cy="4032413"/>
          </a:xfrm>
          <a:prstGeom prst="rect">
            <a:avLst/>
          </a:prstGeom>
        </p:spPr>
      </p:pic>
      <p:sp>
        <p:nvSpPr>
          <p:cNvPr id="13" name="Google Shape;484;p39">
            <a:extLst>
              <a:ext uri="{FF2B5EF4-FFF2-40B4-BE49-F238E27FC236}">
                <a16:creationId xmlns:a16="http://schemas.microsoft.com/office/drawing/2014/main" id="{E4F4527C-112F-918A-44AB-D10E2DB2B8B6}"/>
              </a:ext>
            </a:extLst>
          </p:cNvPr>
          <p:cNvSpPr txBox="1">
            <a:spLocks/>
          </p:cNvSpPr>
          <p:nvPr/>
        </p:nvSpPr>
        <p:spPr>
          <a:xfrm>
            <a:off x="2125444" y="1939276"/>
            <a:ext cx="2076986" cy="35513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15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285750" indent="-285750" algn="ctr">
              <a:buFont typeface="Arial" panose="020B0604020202020204" pitchFamily="34" charset="0"/>
              <a:buChar char="•"/>
            </a:pPr>
            <a:r>
              <a:rPr lang="en-US" dirty="0"/>
              <a:t>Character Selection</a:t>
            </a:r>
          </a:p>
        </p:txBody>
      </p:sp>
      <p:sp>
        <p:nvSpPr>
          <p:cNvPr id="14" name="Google Shape;484;p39">
            <a:extLst>
              <a:ext uri="{FF2B5EF4-FFF2-40B4-BE49-F238E27FC236}">
                <a16:creationId xmlns:a16="http://schemas.microsoft.com/office/drawing/2014/main" id="{C8F26ED8-6A18-5810-A370-F675029D04AF}"/>
              </a:ext>
            </a:extLst>
          </p:cNvPr>
          <p:cNvSpPr txBox="1">
            <a:spLocks/>
          </p:cNvSpPr>
          <p:nvPr/>
        </p:nvSpPr>
        <p:spPr>
          <a:xfrm>
            <a:off x="1908274" y="2293604"/>
            <a:ext cx="1993166" cy="35513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15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285750" indent="-285750" algn="ctr">
              <a:buFont typeface="Arial" panose="020B0604020202020204" pitchFamily="34" charset="0"/>
              <a:buChar char="•"/>
            </a:pPr>
            <a:r>
              <a:rPr lang="en-US" dirty="0"/>
              <a:t>Battle Scene</a:t>
            </a:r>
          </a:p>
        </p:txBody>
      </p:sp>
      <p:sp>
        <p:nvSpPr>
          <p:cNvPr id="15" name="Google Shape;484;p39">
            <a:extLst>
              <a:ext uri="{FF2B5EF4-FFF2-40B4-BE49-F238E27FC236}">
                <a16:creationId xmlns:a16="http://schemas.microsoft.com/office/drawing/2014/main" id="{C84B8C5A-A837-358E-083F-BEB3E5A62190}"/>
              </a:ext>
            </a:extLst>
          </p:cNvPr>
          <p:cNvSpPr txBox="1">
            <a:spLocks/>
          </p:cNvSpPr>
          <p:nvPr/>
        </p:nvSpPr>
        <p:spPr>
          <a:xfrm>
            <a:off x="1974949" y="2647932"/>
            <a:ext cx="2076986" cy="35513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15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285750" indent="-285750" algn="ctr">
              <a:buFont typeface="Arial" panose="020B0604020202020204" pitchFamily="34" charset="0"/>
              <a:buChar char="•"/>
            </a:pPr>
            <a:r>
              <a:rPr lang="en-US" dirty="0"/>
              <a:t>Use of the Card</a:t>
            </a:r>
          </a:p>
        </p:txBody>
      </p:sp>
      <p:sp>
        <p:nvSpPr>
          <p:cNvPr id="16" name="Google Shape;484;p39">
            <a:extLst>
              <a:ext uri="{FF2B5EF4-FFF2-40B4-BE49-F238E27FC236}">
                <a16:creationId xmlns:a16="http://schemas.microsoft.com/office/drawing/2014/main" id="{56C0FE8E-1E7A-9853-579D-344D60954A5C}"/>
              </a:ext>
            </a:extLst>
          </p:cNvPr>
          <p:cNvSpPr txBox="1">
            <a:spLocks/>
          </p:cNvSpPr>
          <p:nvPr/>
        </p:nvSpPr>
        <p:spPr>
          <a:xfrm>
            <a:off x="2041624" y="3002260"/>
            <a:ext cx="2076986" cy="35513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15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285750" indent="-285750" algn="ctr">
              <a:buFont typeface="Arial" panose="020B0604020202020204" pitchFamily="34" charset="0"/>
              <a:buChar char="•"/>
            </a:pPr>
            <a:r>
              <a:rPr lang="en-US" dirty="0"/>
              <a:t>Enemy Response</a:t>
            </a:r>
          </a:p>
        </p:txBody>
      </p:sp>
      <p:sp>
        <p:nvSpPr>
          <p:cNvPr id="17" name="Google Shape;484;p39">
            <a:extLst>
              <a:ext uri="{FF2B5EF4-FFF2-40B4-BE49-F238E27FC236}">
                <a16:creationId xmlns:a16="http://schemas.microsoft.com/office/drawing/2014/main" id="{09EA401B-062D-C4B7-0B3E-C71BBE51C640}"/>
              </a:ext>
            </a:extLst>
          </p:cNvPr>
          <p:cNvSpPr txBox="1">
            <a:spLocks/>
          </p:cNvSpPr>
          <p:nvPr/>
        </p:nvSpPr>
        <p:spPr>
          <a:xfrm>
            <a:off x="1908274" y="3342145"/>
            <a:ext cx="2076986" cy="35513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15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285750" indent="-285750" algn="ctr">
              <a:buFont typeface="Arial" panose="020B0604020202020204" pitchFamily="34" charset="0"/>
              <a:buChar char="•"/>
            </a:pPr>
            <a:r>
              <a:rPr lang="en-US" dirty="0"/>
              <a:t>Result Screen</a:t>
            </a:r>
          </a:p>
        </p:txBody>
      </p:sp>
    </p:spTree>
    <p:extLst>
      <p:ext uri="{BB962C8B-B14F-4D97-AF65-F5344CB8AC3E}">
        <p14:creationId xmlns:p14="http://schemas.microsoft.com/office/powerpoint/2010/main" val="4248531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0D3F1C3F-27DB-118D-9E73-69061B7CF98B}"/>
            </a:ext>
          </a:extLst>
        </p:cNvPr>
        <p:cNvGrpSpPr/>
        <p:nvPr/>
      </p:nvGrpSpPr>
      <p:grpSpPr>
        <a:xfrm>
          <a:off x="0" y="0"/>
          <a:ext cx="0" cy="0"/>
          <a:chOff x="0" y="0"/>
          <a:chExt cx="0" cy="0"/>
        </a:xfrm>
      </p:grpSpPr>
      <p:sp>
        <p:nvSpPr>
          <p:cNvPr id="430" name="Google Shape;430;p35">
            <a:extLst>
              <a:ext uri="{FF2B5EF4-FFF2-40B4-BE49-F238E27FC236}">
                <a16:creationId xmlns:a16="http://schemas.microsoft.com/office/drawing/2014/main" id="{E5F527E1-DAA6-8475-EFEE-D68398795DF3}"/>
              </a:ext>
            </a:extLst>
          </p:cNvPr>
          <p:cNvSpPr txBox="1">
            <a:spLocks noGrp="1"/>
          </p:cNvSpPr>
          <p:nvPr>
            <p:ph type="title" idx="2"/>
          </p:nvPr>
        </p:nvSpPr>
        <p:spPr>
          <a:xfrm>
            <a:off x="3991350" y="1222967"/>
            <a:ext cx="1161300" cy="1161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6</a:t>
            </a:r>
            <a:endParaRPr dirty="0"/>
          </a:p>
        </p:txBody>
      </p:sp>
      <p:sp>
        <p:nvSpPr>
          <p:cNvPr id="431" name="Google Shape;431;p35">
            <a:extLst>
              <a:ext uri="{FF2B5EF4-FFF2-40B4-BE49-F238E27FC236}">
                <a16:creationId xmlns:a16="http://schemas.microsoft.com/office/drawing/2014/main" id="{56DDE291-3A23-4166-CE0E-8E87038A06C7}"/>
              </a:ext>
            </a:extLst>
          </p:cNvPr>
          <p:cNvSpPr txBox="1">
            <a:spLocks noGrp="1"/>
          </p:cNvSpPr>
          <p:nvPr>
            <p:ph type="title"/>
          </p:nvPr>
        </p:nvSpPr>
        <p:spPr>
          <a:xfrm>
            <a:off x="707231" y="2468535"/>
            <a:ext cx="7808119"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Tools &amp; Technology</a:t>
            </a:r>
            <a:endParaRPr dirty="0"/>
          </a:p>
        </p:txBody>
      </p:sp>
      <p:sp>
        <p:nvSpPr>
          <p:cNvPr id="432" name="Google Shape;432;p35">
            <a:extLst>
              <a:ext uri="{FF2B5EF4-FFF2-40B4-BE49-F238E27FC236}">
                <a16:creationId xmlns:a16="http://schemas.microsoft.com/office/drawing/2014/main" id="{39E657E3-9D0F-6016-A215-59F5E6D7F182}"/>
              </a:ext>
            </a:extLst>
          </p:cNvPr>
          <p:cNvSpPr txBox="1">
            <a:spLocks noGrp="1"/>
          </p:cNvSpPr>
          <p:nvPr>
            <p:ph type="subTitle" idx="1"/>
          </p:nvPr>
        </p:nvSpPr>
        <p:spPr>
          <a:xfrm>
            <a:off x="1780650" y="3554833"/>
            <a:ext cx="5582700" cy="36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The Last Draw: Card Slayer</a:t>
            </a:r>
            <a:endParaRPr dirty="0"/>
          </a:p>
        </p:txBody>
      </p:sp>
      <p:cxnSp>
        <p:nvCxnSpPr>
          <p:cNvPr id="433" name="Google Shape;433;p35">
            <a:extLst>
              <a:ext uri="{FF2B5EF4-FFF2-40B4-BE49-F238E27FC236}">
                <a16:creationId xmlns:a16="http://schemas.microsoft.com/office/drawing/2014/main" id="{F7F84A15-8C82-D4CB-7484-558214DDBB87}"/>
              </a:ext>
            </a:extLst>
          </p:cNvPr>
          <p:cNvCxnSpPr/>
          <p:nvPr/>
        </p:nvCxnSpPr>
        <p:spPr>
          <a:xfrm>
            <a:off x="2326500" y="3515150"/>
            <a:ext cx="4491000" cy="0"/>
          </a:xfrm>
          <a:prstGeom prst="straightConnector1">
            <a:avLst/>
          </a:prstGeom>
          <a:noFill/>
          <a:ln w="9525" cap="flat" cmpd="sng">
            <a:solidFill>
              <a:schemeClr val="lt1"/>
            </a:solidFill>
            <a:prstDash val="solid"/>
            <a:round/>
            <a:headEnd type="none" w="med" len="med"/>
            <a:tailEnd type="none" w="med" len="med"/>
          </a:ln>
        </p:spPr>
      </p:cxnSp>
      <p:sp>
        <p:nvSpPr>
          <p:cNvPr id="2" name="Google Shape;432;p35">
            <a:extLst>
              <a:ext uri="{FF2B5EF4-FFF2-40B4-BE49-F238E27FC236}">
                <a16:creationId xmlns:a16="http://schemas.microsoft.com/office/drawing/2014/main" id="{BAAA402B-5A2B-469C-2196-7BFE56638DC7}"/>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16</a:t>
            </a:r>
          </a:p>
        </p:txBody>
      </p:sp>
    </p:spTree>
    <p:extLst>
      <p:ext uri="{BB962C8B-B14F-4D97-AF65-F5344CB8AC3E}">
        <p14:creationId xmlns:p14="http://schemas.microsoft.com/office/powerpoint/2010/main" val="2376774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44"/>
          <p:cNvSpPr txBox="1">
            <a:spLocks noGrp="1"/>
          </p:cNvSpPr>
          <p:nvPr>
            <p:ph type="title" idx="4"/>
          </p:nvPr>
        </p:nvSpPr>
        <p:spPr>
          <a:xfrm>
            <a:off x="1508998" y="2100324"/>
            <a:ext cx="25056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Tools</a:t>
            </a:r>
            <a:endParaRPr dirty="0"/>
          </a:p>
        </p:txBody>
      </p:sp>
      <p:sp>
        <p:nvSpPr>
          <p:cNvPr id="563" name="Google Shape;563;p44"/>
          <p:cNvSpPr txBox="1">
            <a:spLocks noGrp="1"/>
          </p:cNvSpPr>
          <p:nvPr>
            <p:ph type="title" idx="5"/>
          </p:nvPr>
        </p:nvSpPr>
        <p:spPr>
          <a:xfrm>
            <a:off x="4665671" y="2100324"/>
            <a:ext cx="25056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Purpose</a:t>
            </a:r>
            <a:endParaRPr dirty="0"/>
          </a:p>
        </p:txBody>
      </p:sp>
      <p:sp>
        <p:nvSpPr>
          <p:cNvPr id="565" name="Google Shape;565;p44"/>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Tools &amp; Technology:</a:t>
            </a:r>
          </a:p>
        </p:txBody>
      </p:sp>
      <p:sp>
        <p:nvSpPr>
          <p:cNvPr id="569" name="Google Shape;569;p44"/>
          <p:cNvSpPr/>
          <p:nvPr/>
        </p:nvSpPr>
        <p:spPr>
          <a:xfrm>
            <a:off x="2345340" y="1027138"/>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44"/>
          <p:cNvSpPr/>
          <p:nvPr/>
        </p:nvSpPr>
        <p:spPr>
          <a:xfrm>
            <a:off x="5538971" y="1027138"/>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2" name="Google Shape;572;p44"/>
          <p:cNvGrpSpPr/>
          <p:nvPr/>
        </p:nvGrpSpPr>
        <p:grpSpPr>
          <a:xfrm>
            <a:off x="2556840" y="1250901"/>
            <a:ext cx="336000" cy="311475"/>
            <a:chOff x="995175" y="2701750"/>
            <a:chExt cx="336000" cy="311475"/>
          </a:xfrm>
        </p:grpSpPr>
        <p:sp>
          <p:nvSpPr>
            <p:cNvPr id="573" name="Google Shape;573;p44"/>
            <p:cNvSpPr/>
            <p:nvPr/>
          </p:nvSpPr>
          <p:spPr>
            <a:xfrm>
              <a:off x="1149150" y="2803225"/>
              <a:ext cx="63025" cy="10525"/>
            </a:xfrm>
            <a:custGeom>
              <a:avLst/>
              <a:gdLst/>
              <a:ahLst/>
              <a:cxnLst/>
              <a:rect l="l" t="t" r="r" b="b"/>
              <a:pathLst>
                <a:path w="2521" h="421" extrusionOk="0">
                  <a:moveTo>
                    <a:pt x="188" y="1"/>
                  </a:moveTo>
                  <a:lnTo>
                    <a:pt x="141" y="47"/>
                  </a:lnTo>
                  <a:lnTo>
                    <a:pt x="48" y="47"/>
                  </a:lnTo>
                  <a:lnTo>
                    <a:pt x="1" y="141"/>
                  </a:lnTo>
                  <a:lnTo>
                    <a:pt x="1" y="187"/>
                  </a:lnTo>
                  <a:lnTo>
                    <a:pt x="1" y="281"/>
                  </a:lnTo>
                  <a:lnTo>
                    <a:pt x="48" y="327"/>
                  </a:lnTo>
                  <a:lnTo>
                    <a:pt x="141" y="374"/>
                  </a:lnTo>
                  <a:lnTo>
                    <a:pt x="188" y="421"/>
                  </a:lnTo>
                  <a:lnTo>
                    <a:pt x="2287" y="421"/>
                  </a:lnTo>
                  <a:lnTo>
                    <a:pt x="2381" y="374"/>
                  </a:lnTo>
                  <a:lnTo>
                    <a:pt x="2427" y="327"/>
                  </a:lnTo>
                  <a:lnTo>
                    <a:pt x="2474" y="281"/>
                  </a:lnTo>
                  <a:lnTo>
                    <a:pt x="2521" y="187"/>
                  </a:lnTo>
                  <a:lnTo>
                    <a:pt x="2474" y="141"/>
                  </a:lnTo>
                  <a:lnTo>
                    <a:pt x="2427" y="47"/>
                  </a:lnTo>
                  <a:lnTo>
                    <a:pt x="2381" y="47"/>
                  </a:lnTo>
                  <a:lnTo>
                    <a:pt x="22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44"/>
            <p:cNvSpPr/>
            <p:nvPr/>
          </p:nvSpPr>
          <p:spPr>
            <a:xfrm>
              <a:off x="995175" y="2701750"/>
              <a:ext cx="336000" cy="311475"/>
            </a:xfrm>
            <a:custGeom>
              <a:avLst/>
              <a:gdLst/>
              <a:ahLst/>
              <a:cxnLst/>
              <a:rect l="l" t="t" r="r" b="b"/>
              <a:pathLst>
                <a:path w="13440" h="12459" extrusionOk="0">
                  <a:moveTo>
                    <a:pt x="11386" y="420"/>
                  </a:moveTo>
                  <a:lnTo>
                    <a:pt x="11433" y="467"/>
                  </a:lnTo>
                  <a:lnTo>
                    <a:pt x="11479" y="514"/>
                  </a:lnTo>
                  <a:lnTo>
                    <a:pt x="11479" y="607"/>
                  </a:lnTo>
                  <a:lnTo>
                    <a:pt x="11479" y="654"/>
                  </a:lnTo>
                  <a:lnTo>
                    <a:pt x="11433" y="747"/>
                  </a:lnTo>
                  <a:lnTo>
                    <a:pt x="11386" y="794"/>
                  </a:lnTo>
                  <a:lnTo>
                    <a:pt x="10406" y="794"/>
                  </a:lnTo>
                  <a:lnTo>
                    <a:pt x="10359" y="840"/>
                  </a:lnTo>
                  <a:lnTo>
                    <a:pt x="10313" y="887"/>
                  </a:lnTo>
                  <a:lnTo>
                    <a:pt x="10313" y="980"/>
                  </a:lnTo>
                  <a:lnTo>
                    <a:pt x="10313" y="1074"/>
                  </a:lnTo>
                  <a:lnTo>
                    <a:pt x="10359" y="1120"/>
                  </a:lnTo>
                  <a:lnTo>
                    <a:pt x="10406" y="1167"/>
                  </a:lnTo>
                  <a:lnTo>
                    <a:pt x="11153" y="1167"/>
                  </a:lnTo>
                  <a:lnTo>
                    <a:pt x="11153" y="2287"/>
                  </a:lnTo>
                  <a:lnTo>
                    <a:pt x="4200" y="2287"/>
                  </a:lnTo>
                  <a:lnTo>
                    <a:pt x="3967" y="2240"/>
                  </a:lnTo>
                  <a:lnTo>
                    <a:pt x="3827" y="2147"/>
                  </a:lnTo>
                  <a:lnTo>
                    <a:pt x="3687" y="1960"/>
                  </a:lnTo>
                  <a:lnTo>
                    <a:pt x="3640" y="1727"/>
                  </a:lnTo>
                  <a:lnTo>
                    <a:pt x="3687" y="1540"/>
                  </a:lnTo>
                  <a:lnTo>
                    <a:pt x="3827" y="1353"/>
                  </a:lnTo>
                  <a:lnTo>
                    <a:pt x="3967" y="1213"/>
                  </a:lnTo>
                  <a:lnTo>
                    <a:pt x="4200" y="1167"/>
                  </a:lnTo>
                  <a:lnTo>
                    <a:pt x="9520" y="1167"/>
                  </a:lnTo>
                  <a:lnTo>
                    <a:pt x="9613" y="1120"/>
                  </a:lnTo>
                  <a:lnTo>
                    <a:pt x="9660" y="1074"/>
                  </a:lnTo>
                  <a:lnTo>
                    <a:pt x="9660" y="980"/>
                  </a:lnTo>
                  <a:lnTo>
                    <a:pt x="9660" y="887"/>
                  </a:lnTo>
                  <a:lnTo>
                    <a:pt x="9613" y="840"/>
                  </a:lnTo>
                  <a:lnTo>
                    <a:pt x="9520" y="794"/>
                  </a:lnTo>
                  <a:lnTo>
                    <a:pt x="3967" y="794"/>
                  </a:lnTo>
                  <a:lnTo>
                    <a:pt x="3780" y="887"/>
                  </a:lnTo>
                  <a:lnTo>
                    <a:pt x="3640" y="980"/>
                  </a:lnTo>
                  <a:lnTo>
                    <a:pt x="3500" y="1120"/>
                  </a:lnTo>
                  <a:lnTo>
                    <a:pt x="3407" y="1260"/>
                  </a:lnTo>
                  <a:lnTo>
                    <a:pt x="3314" y="1400"/>
                  </a:lnTo>
                  <a:lnTo>
                    <a:pt x="3267" y="1587"/>
                  </a:lnTo>
                  <a:lnTo>
                    <a:pt x="3267" y="1727"/>
                  </a:lnTo>
                  <a:lnTo>
                    <a:pt x="3267" y="1913"/>
                  </a:lnTo>
                  <a:lnTo>
                    <a:pt x="3314" y="2100"/>
                  </a:lnTo>
                  <a:lnTo>
                    <a:pt x="3407" y="2240"/>
                  </a:lnTo>
                  <a:lnTo>
                    <a:pt x="3500" y="2380"/>
                  </a:lnTo>
                  <a:lnTo>
                    <a:pt x="3640" y="2520"/>
                  </a:lnTo>
                  <a:lnTo>
                    <a:pt x="3780" y="2613"/>
                  </a:lnTo>
                  <a:lnTo>
                    <a:pt x="3967" y="2660"/>
                  </a:lnTo>
                  <a:lnTo>
                    <a:pt x="4200" y="2707"/>
                  </a:lnTo>
                  <a:lnTo>
                    <a:pt x="11386" y="2707"/>
                  </a:lnTo>
                  <a:lnTo>
                    <a:pt x="11433" y="2753"/>
                  </a:lnTo>
                  <a:lnTo>
                    <a:pt x="11479" y="2893"/>
                  </a:lnTo>
                  <a:lnTo>
                    <a:pt x="11433" y="2987"/>
                  </a:lnTo>
                  <a:lnTo>
                    <a:pt x="11386" y="3033"/>
                  </a:lnTo>
                  <a:lnTo>
                    <a:pt x="11339" y="3080"/>
                  </a:lnTo>
                  <a:lnTo>
                    <a:pt x="4200" y="3080"/>
                  </a:lnTo>
                  <a:lnTo>
                    <a:pt x="3920" y="3033"/>
                  </a:lnTo>
                  <a:lnTo>
                    <a:pt x="3687" y="2940"/>
                  </a:lnTo>
                  <a:lnTo>
                    <a:pt x="3454" y="2847"/>
                  </a:lnTo>
                  <a:lnTo>
                    <a:pt x="3267" y="2660"/>
                  </a:lnTo>
                  <a:lnTo>
                    <a:pt x="3127" y="2473"/>
                  </a:lnTo>
                  <a:lnTo>
                    <a:pt x="2987" y="2240"/>
                  </a:lnTo>
                  <a:lnTo>
                    <a:pt x="2940" y="2007"/>
                  </a:lnTo>
                  <a:lnTo>
                    <a:pt x="2894" y="1727"/>
                  </a:lnTo>
                  <a:lnTo>
                    <a:pt x="2940" y="1493"/>
                  </a:lnTo>
                  <a:lnTo>
                    <a:pt x="2987" y="1213"/>
                  </a:lnTo>
                  <a:lnTo>
                    <a:pt x="3127" y="980"/>
                  </a:lnTo>
                  <a:lnTo>
                    <a:pt x="3267" y="794"/>
                  </a:lnTo>
                  <a:lnTo>
                    <a:pt x="3454" y="654"/>
                  </a:lnTo>
                  <a:lnTo>
                    <a:pt x="3687" y="514"/>
                  </a:lnTo>
                  <a:lnTo>
                    <a:pt x="3920" y="420"/>
                  </a:lnTo>
                  <a:close/>
                  <a:moveTo>
                    <a:pt x="2520" y="4106"/>
                  </a:moveTo>
                  <a:lnTo>
                    <a:pt x="2567" y="4153"/>
                  </a:lnTo>
                  <a:lnTo>
                    <a:pt x="2567" y="4200"/>
                  </a:lnTo>
                  <a:lnTo>
                    <a:pt x="2567" y="4713"/>
                  </a:lnTo>
                  <a:lnTo>
                    <a:pt x="2567" y="4760"/>
                  </a:lnTo>
                  <a:lnTo>
                    <a:pt x="421" y="4760"/>
                  </a:lnTo>
                  <a:lnTo>
                    <a:pt x="374" y="4713"/>
                  </a:lnTo>
                  <a:lnTo>
                    <a:pt x="374" y="4200"/>
                  </a:lnTo>
                  <a:lnTo>
                    <a:pt x="421" y="4153"/>
                  </a:lnTo>
                  <a:lnTo>
                    <a:pt x="467" y="4106"/>
                  </a:lnTo>
                  <a:close/>
                  <a:moveTo>
                    <a:pt x="9613" y="3453"/>
                  </a:moveTo>
                  <a:lnTo>
                    <a:pt x="9613" y="5086"/>
                  </a:lnTo>
                  <a:lnTo>
                    <a:pt x="3874" y="5086"/>
                  </a:lnTo>
                  <a:lnTo>
                    <a:pt x="3874" y="5040"/>
                  </a:lnTo>
                  <a:lnTo>
                    <a:pt x="3827" y="5040"/>
                  </a:lnTo>
                  <a:lnTo>
                    <a:pt x="3827" y="3500"/>
                  </a:lnTo>
                  <a:lnTo>
                    <a:pt x="3874" y="3453"/>
                  </a:lnTo>
                  <a:close/>
                  <a:moveTo>
                    <a:pt x="10873" y="3453"/>
                  </a:moveTo>
                  <a:lnTo>
                    <a:pt x="10873" y="5086"/>
                  </a:lnTo>
                  <a:lnTo>
                    <a:pt x="9986" y="5086"/>
                  </a:lnTo>
                  <a:lnTo>
                    <a:pt x="9986" y="3453"/>
                  </a:lnTo>
                  <a:close/>
                  <a:moveTo>
                    <a:pt x="12226" y="3453"/>
                  </a:moveTo>
                  <a:lnTo>
                    <a:pt x="12226" y="3500"/>
                  </a:lnTo>
                  <a:lnTo>
                    <a:pt x="12226" y="5040"/>
                  </a:lnTo>
                  <a:lnTo>
                    <a:pt x="12179" y="5086"/>
                  </a:lnTo>
                  <a:lnTo>
                    <a:pt x="11246" y="5086"/>
                  </a:lnTo>
                  <a:lnTo>
                    <a:pt x="11246" y="3453"/>
                  </a:lnTo>
                  <a:close/>
                  <a:moveTo>
                    <a:pt x="2567" y="5180"/>
                  </a:moveTo>
                  <a:lnTo>
                    <a:pt x="2567" y="5226"/>
                  </a:lnTo>
                  <a:lnTo>
                    <a:pt x="2567" y="5740"/>
                  </a:lnTo>
                  <a:lnTo>
                    <a:pt x="2567" y="5786"/>
                  </a:lnTo>
                  <a:lnTo>
                    <a:pt x="421" y="5786"/>
                  </a:lnTo>
                  <a:lnTo>
                    <a:pt x="374" y="5740"/>
                  </a:lnTo>
                  <a:lnTo>
                    <a:pt x="374" y="5226"/>
                  </a:lnTo>
                  <a:lnTo>
                    <a:pt x="421" y="5180"/>
                  </a:lnTo>
                  <a:close/>
                  <a:moveTo>
                    <a:pt x="2567" y="6206"/>
                  </a:moveTo>
                  <a:lnTo>
                    <a:pt x="2567" y="6253"/>
                  </a:lnTo>
                  <a:lnTo>
                    <a:pt x="2567" y="6766"/>
                  </a:lnTo>
                  <a:lnTo>
                    <a:pt x="2567" y="6813"/>
                  </a:lnTo>
                  <a:lnTo>
                    <a:pt x="421" y="6813"/>
                  </a:lnTo>
                  <a:lnTo>
                    <a:pt x="374" y="6766"/>
                  </a:lnTo>
                  <a:lnTo>
                    <a:pt x="374" y="6253"/>
                  </a:lnTo>
                  <a:lnTo>
                    <a:pt x="421" y="6206"/>
                  </a:lnTo>
                  <a:close/>
                  <a:moveTo>
                    <a:pt x="7420" y="5460"/>
                  </a:moveTo>
                  <a:lnTo>
                    <a:pt x="7420" y="7093"/>
                  </a:lnTo>
                  <a:lnTo>
                    <a:pt x="5507" y="7093"/>
                  </a:lnTo>
                  <a:lnTo>
                    <a:pt x="5460" y="6999"/>
                  </a:lnTo>
                  <a:lnTo>
                    <a:pt x="5320" y="6906"/>
                  </a:lnTo>
                  <a:lnTo>
                    <a:pt x="5227" y="6859"/>
                  </a:lnTo>
                  <a:lnTo>
                    <a:pt x="5087" y="6813"/>
                  </a:lnTo>
                  <a:lnTo>
                    <a:pt x="3034" y="6813"/>
                  </a:lnTo>
                  <a:lnTo>
                    <a:pt x="2987" y="6859"/>
                  </a:lnTo>
                  <a:lnTo>
                    <a:pt x="2987" y="6253"/>
                  </a:lnTo>
                  <a:lnTo>
                    <a:pt x="2940" y="6113"/>
                  </a:lnTo>
                  <a:lnTo>
                    <a:pt x="2894" y="6020"/>
                  </a:lnTo>
                  <a:lnTo>
                    <a:pt x="2940" y="5880"/>
                  </a:lnTo>
                  <a:lnTo>
                    <a:pt x="2987" y="5740"/>
                  </a:lnTo>
                  <a:lnTo>
                    <a:pt x="2987" y="5460"/>
                  </a:lnTo>
                  <a:close/>
                  <a:moveTo>
                    <a:pt x="11433" y="5460"/>
                  </a:moveTo>
                  <a:lnTo>
                    <a:pt x="11479" y="5506"/>
                  </a:lnTo>
                  <a:lnTo>
                    <a:pt x="11479" y="5553"/>
                  </a:lnTo>
                  <a:lnTo>
                    <a:pt x="11479" y="7046"/>
                  </a:lnTo>
                  <a:lnTo>
                    <a:pt x="11479" y="7093"/>
                  </a:lnTo>
                  <a:lnTo>
                    <a:pt x="7793" y="7093"/>
                  </a:lnTo>
                  <a:lnTo>
                    <a:pt x="7793" y="5460"/>
                  </a:lnTo>
                  <a:close/>
                  <a:moveTo>
                    <a:pt x="2567" y="7233"/>
                  </a:moveTo>
                  <a:lnTo>
                    <a:pt x="2567" y="7279"/>
                  </a:lnTo>
                  <a:lnTo>
                    <a:pt x="2567" y="7793"/>
                  </a:lnTo>
                  <a:lnTo>
                    <a:pt x="2567" y="7839"/>
                  </a:lnTo>
                  <a:lnTo>
                    <a:pt x="2520" y="7886"/>
                  </a:lnTo>
                  <a:lnTo>
                    <a:pt x="467" y="7886"/>
                  </a:lnTo>
                  <a:lnTo>
                    <a:pt x="421" y="7839"/>
                  </a:lnTo>
                  <a:lnTo>
                    <a:pt x="374" y="7793"/>
                  </a:lnTo>
                  <a:lnTo>
                    <a:pt x="374" y="7279"/>
                  </a:lnTo>
                  <a:lnTo>
                    <a:pt x="421" y="7233"/>
                  </a:lnTo>
                  <a:close/>
                  <a:moveTo>
                    <a:pt x="5133" y="7233"/>
                  </a:moveTo>
                  <a:lnTo>
                    <a:pt x="5180" y="7279"/>
                  </a:lnTo>
                  <a:lnTo>
                    <a:pt x="5180" y="7793"/>
                  </a:lnTo>
                  <a:lnTo>
                    <a:pt x="5133" y="7839"/>
                  </a:lnTo>
                  <a:lnTo>
                    <a:pt x="5087" y="7886"/>
                  </a:lnTo>
                  <a:lnTo>
                    <a:pt x="3034" y="7886"/>
                  </a:lnTo>
                  <a:lnTo>
                    <a:pt x="2987" y="7839"/>
                  </a:lnTo>
                  <a:lnTo>
                    <a:pt x="2987" y="7793"/>
                  </a:lnTo>
                  <a:lnTo>
                    <a:pt x="2987" y="7279"/>
                  </a:lnTo>
                  <a:lnTo>
                    <a:pt x="2987" y="7233"/>
                  </a:lnTo>
                  <a:close/>
                  <a:moveTo>
                    <a:pt x="2520" y="8259"/>
                  </a:moveTo>
                  <a:lnTo>
                    <a:pt x="2567" y="8306"/>
                  </a:lnTo>
                  <a:lnTo>
                    <a:pt x="2567" y="8353"/>
                  </a:lnTo>
                  <a:lnTo>
                    <a:pt x="2567" y="8819"/>
                  </a:lnTo>
                  <a:lnTo>
                    <a:pt x="2567" y="8866"/>
                  </a:lnTo>
                  <a:lnTo>
                    <a:pt x="2520" y="8912"/>
                  </a:lnTo>
                  <a:lnTo>
                    <a:pt x="467" y="8912"/>
                  </a:lnTo>
                  <a:lnTo>
                    <a:pt x="421" y="8866"/>
                  </a:lnTo>
                  <a:lnTo>
                    <a:pt x="374" y="8819"/>
                  </a:lnTo>
                  <a:lnTo>
                    <a:pt x="374" y="8353"/>
                  </a:lnTo>
                  <a:lnTo>
                    <a:pt x="421" y="8306"/>
                  </a:lnTo>
                  <a:lnTo>
                    <a:pt x="467" y="8259"/>
                  </a:lnTo>
                  <a:close/>
                  <a:moveTo>
                    <a:pt x="5133" y="8259"/>
                  </a:moveTo>
                  <a:lnTo>
                    <a:pt x="5180" y="8353"/>
                  </a:lnTo>
                  <a:lnTo>
                    <a:pt x="5180" y="8819"/>
                  </a:lnTo>
                  <a:lnTo>
                    <a:pt x="5133" y="8866"/>
                  </a:lnTo>
                  <a:lnTo>
                    <a:pt x="5087" y="8912"/>
                  </a:lnTo>
                  <a:lnTo>
                    <a:pt x="3034" y="8912"/>
                  </a:lnTo>
                  <a:lnTo>
                    <a:pt x="2987" y="8866"/>
                  </a:lnTo>
                  <a:lnTo>
                    <a:pt x="2987" y="8819"/>
                  </a:lnTo>
                  <a:lnTo>
                    <a:pt x="2987" y="8353"/>
                  </a:lnTo>
                  <a:lnTo>
                    <a:pt x="2987" y="8306"/>
                  </a:lnTo>
                  <a:lnTo>
                    <a:pt x="3034" y="8259"/>
                  </a:lnTo>
                  <a:close/>
                  <a:moveTo>
                    <a:pt x="11759" y="8259"/>
                  </a:moveTo>
                  <a:lnTo>
                    <a:pt x="11946" y="8306"/>
                  </a:lnTo>
                  <a:lnTo>
                    <a:pt x="12133" y="8446"/>
                  </a:lnTo>
                  <a:lnTo>
                    <a:pt x="12273" y="8586"/>
                  </a:lnTo>
                  <a:lnTo>
                    <a:pt x="12319" y="8819"/>
                  </a:lnTo>
                  <a:lnTo>
                    <a:pt x="12273" y="9052"/>
                  </a:lnTo>
                  <a:lnTo>
                    <a:pt x="12133" y="9192"/>
                  </a:lnTo>
                  <a:lnTo>
                    <a:pt x="11946" y="9332"/>
                  </a:lnTo>
                  <a:lnTo>
                    <a:pt x="11759" y="9379"/>
                  </a:lnTo>
                  <a:lnTo>
                    <a:pt x="8960" y="9379"/>
                  </a:lnTo>
                  <a:lnTo>
                    <a:pt x="8960" y="9099"/>
                  </a:lnTo>
                  <a:lnTo>
                    <a:pt x="8960" y="9006"/>
                  </a:lnTo>
                  <a:lnTo>
                    <a:pt x="8913" y="8959"/>
                  </a:lnTo>
                  <a:lnTo>
                    <a:pt x="8866" y="8912"/>
                  </a:lnTo>
                  <a:lnTo>
                    <a:pt x="5553" y="8912"/>
                  </a:lnTo>
                  <a:lnTo>
                    <a:pt x="5553" y="8259"/>
                  </a:lnTo>
                  <a:close/>
                  <a:moveTo>
                    <a:pt x="2707" y="9286"/>
                  </a:moveTo>
                  <a:lnTo>
                    <a:pt x="2614" y="9519"/>
                  </a:lnTo>
                  <a:lnTo>
                    <a:pt x="2474" y="9659"/>
                  </a:lnTo>
                  <a:lnTo>
                    <a:pt x="2334" y="9799"/>
                  </a:lnTo>
                  <a:lnTo>
                    <a:pt x="2147" y="9892"/>
                  </a:lnTo>
                  <a:lnTo>
                    <a:pt x="2147" y="9286"/>
                  </a:lnTo>
                  <a:close/>
                  <a:moveTo>
                    <a:pt x="8586" y="9286"/>
                  </a:moveTo>
                  <a:lnTo>
                    <a:pt x="8586" y="9892"/>
                  </a:lnTo>
                  <a:lnTo>
                    <a:pt x="8353" y="9799"/>
                  </a:lnTo>
                  <a:lnTo>
                    <a:pt x="8213" y="9659"/>
                  </a:lnTo>
                  <a:lnTo>
                    <a:pt x="8073" y="9472"/>
                  </a:lnTo>
                  <a:lnTo>
                    <a:pt x="7980" y="9286"/>
                  </a:lnTo>
                  <a:close/>
                  <a:moveTo>
                    <a:pt x="1727" y="9286"/>
                  </a:moveTo>
                  <a:lnTo>
                    <a:pt x="1727" y="9939"/>
                  </a:lnTo>
                  <a:lnTo>
                    <a:pt x="467" y="9939"/>
                  </a:lnTo>
                  <a:lnTo>
                    <a:pt x="421" y="9892"/>
                  </a:lnTo>
                  <a:lnTo>
                    <a:pt x="374" y="9846"/>
                  </a:lnTo>
                  <a:lnTo>
                    <a:pt x="374" y="9379"/>
                  </a:lnTo>
                  <a:lnTo>
                    <a:pt x="421" y="9332"/>
                  </a:lnTo>
                  <a:lnTo>
                    <a:pt x="467" y="9286"/>
                  </a:lnTo>
                  <a:close/>
                  <a:moveTo>
                    <a:pt x="12039" y="7513"/>
                  </a:moveTo>
                  <a:lnTo>
                    <a:pt x="12273" y="7606"/>
                  </a:lnTo>
                  <a:lnTo>
                    <a:pt x="12459" y="7699"/>
                  </a:lnTo>
                  <a:lnTo>
                    <a:pt x="12646" y="7886"/>
                  </a:lnTo>
                  <a:lnTo>
                    <a:pt x="12832" y="8073"/>
                  </a:lnTo>
                  <a:lnTo>
                    <a:pt x="12926" y="8306"/>
                  </a:lnTo>
                  <a:lnTo>
                    <a:pt x="13019" y="8539"/>
                  </a:lnTo>
                  <a:lnTo>
                    <a:pt x="13066" y="8819"/>
                  </a:lnTo>
                  <a:lnTo>
                    <a:pt x="13019" y="9099"/>
                  </a:lnTo>
                  <a:lnTo>
                    <a:pt x="12926" y="9332"/>
                  </a:lnTo>
                  <a:lnTo>
                    <a:pt x="12832" y="9566"/>
                  </a:lnTo>
                  <a:lnTo>
                    <a:pt x="12646" y="9752"/>
                  </a:lnTo>
                  <a:lnTo>
                    <a:pt x="12459" y="9939"/>
                  </a:lnTo>
                  <a:lnTo>
                    <a:pt x="12273" y="10032"/>
                  </a:lnTo>
                  <a:lnTo>
                    <a:pt x="12039" y="10126"/>
                  </a:lnTo>
                  <a:lnTo>
                    <a:pt x="8960" y="10126"/>
                  </a:lnTo>
                  <a:lnTo>
                    <a:pt x="8960" y="9752"/>
                  </a:lnTo>
                  <a:lnTo>
                    <a:pt x="11993" y="9752"/>
                  </a:lnTo>
                  <a:lnTo>
                    <a:pt x="12179" y="9659"/>
                  </a:lnTo>
                  <a:lnTo>
                    <a:pt x="12319" y="9566"/>
                  </a:lnTo>
                  <a:lnTo>
                    <a:pt x="12459" y="9472"/>
                  </a:lnTo>
                  <a:lnTo>
                    <a:pt x="12553" y="9332"/>
                  </a:lnTo>
                  <a:lnTo>
                    <a:pt x="12646" y="9146"/>
                  </a:lnTo>
                  <a:lnTo>
                    <a:pt x="12692" y="9006"/>
                  </a:lnTo>
                  <a:lnTo>
                    <a:pt x="12692" y="8819"/>
                  </a:lnTo>
                  <a:lnTo>
                    <a:pt x="12646" y="8633"/>
                  </a:lnTo>
                  <a:lnTo>
                    <a:pt x="12646" y="8493"/>
                  </a:lnTo>
                  <a:lnTo>
                    <a:pt x="12553" y="8306"/>
                  </a:lnTo>
                  <a:lnTo>
                    <a:pt x="12459" y="8166"/>
                  </a:lnTo>
                  <a:lnTo>
                    <a:pt x="12319" y="8073"/>
                  </a:lnTo>
                  <a:lnTo>
                    <a:pt x="12179" y="7979"/>
                  </a:lnTo>
                  <a:lnTo>
                    <a:pt x="11946" y="7886"/>
                  </a:lnTo>
                  <a:lnTo>
                    <a:pt x="5553" y="7886"/>
                  </a:lnTo>
                  <a:lnTo>
                    <a:pt x="5553" y="7513"/>
                  </a:lnTo>
                  <a:close/>
                  <a:moveTo>
                    <a:pt x="1727" y="10312"/>
                  </a:moveTo>
                  <a:lnTo>
                    <a:pt x="1727" y="10966"/>
                  </a:lnTo>
                  <a:lnTo>
                    <a:pt x="421" y="10966"/>
                  </a:lnTo>
                  <a:lnTo>
                    <a:pt x="374" y="10919"/>
                  </a:lnTo>
                  <a:lnTo>
                    <a:pt x="374" y="10406"/>
                  </a:lnTo>
                  <a:lnTo>
                    <a:pt x="421" y="10359"/>
                  </a:lnTo>
                  <a:lnTo>
                    <a:pt x="467" y="10312"/>
                  </a:lnTo>
                  <a:close/>
                  <a:moveTo>
                    <a:pt x="2147" y="11479"/>
                  </a:moveTo>
                  <a:lnTo>
                    <a:pt x="2334" y="11572"/>
                  </a:lnTo>
                  <a:lnTo>
                    <a:pt x="2474" y="11665"/>
                  </a:lnTo>
                  <a:lnTo>
                    <a:pt x="2614" y="11852"/>
                  </a:lnTo>
                  <a:lnTo>
                    <a:pt x="2707" y="12039"/>
                  </a:lnTo>
                  <a:lnTo>
                    <a:pt x="2147" y="12039"/>
                  </a:lnTo>
                  <a:lnTo>
                    <a:pt x="2147" y="11479"/>
                  </a:lnTo>
                  <a:close/>
                  <a:moveTo>
                    <a:pt x="7606" y="9286"/>
                  </a:moveTo>
                  <a:lnTo>
                    <a:pt x="7653" y="9472"/>
                  </a:lnTo>
                  <a:lnTo>
                    <a:pt x="7700" y="9659"/>
                  </a:lnTo>
                  <a:lnTo>
                    <a:pt x="7933" y="9939"/>
                  </a:lnTo>
                  <a:lnTo>
                    <a:pt x="8213" y="10172"/>
                  </a:lnTo>
                  <a:lnTo>
                    <a:pt x="8400" y="10219"/>
                  </a:lnTo>
                  <a:lnTo>
                    <a:pt x="8586" y="10266"/>
                  </a:lnTo>
                  <a:lnTo>
                    <a:pt x="8586" y="11059"/>
                  </a:lnTo>
                  <a:lnTo>
                    <a:pt x="8400" y="11106"/>
                  </a:lnTo>
                  <a:lnTo>
                    <a:pt x="8213" y="11199"/>
                  </a:lnTo>
                  <a:lnTo>
                    <a:pt x="8073" y="11292"/>
                  </a:lnTo>
                  <a:lnTo>
                    <a:pt x="7933" y="11385"/>
                  </a:lnTo>
                  <a:lnTo>
                    <a:pt x="7793" y="11525"/>
                  </a:lnTo>
                  <a:lnTo>
                    <a:pt x="7700" y="11712"/>
                  </a:lnTo>
                  <a:lnTo>
                    <a:pt x="7653" y="11852"/>
                  </a:lnTo>
                  <a:lnTo>
                    <a:pt x="7606" y="12039"/>
                  </a:lnTo>
                  <a:lnTo>
                    <a:pt x="3127" y="12039"/>
                  </a:lnTo>
                  <a:lnTo>
                    <a:pt x="3080" y="11852"/>
                  </a:lnTo>
                  <a:lnTo>
                    <a:pt x="2987" y="11712"/>
                  </a:lnTo>
                  <a:lnTo>
                    <a:pt x="2754" y="11385"/>
                  </a:lnTo>
                  <a:lnTo>
                    <a:pt x="2474" y="11199"/>
                  </a:lnTo>
                  <a:lnTo>
                    <a:pt x="2287" y="11106"/>
                  </a:lnTo>
                  <a:lnTo>
                    <a:pt x="2147" y="11059"/>
                  </a:lnTo>
                  <a:lnTo>
                    <a:pt x="2147" y="10266"/>
                  </a:lnTo>
                  <a:lnTo>
                    <a:pt x="2334" y="10219"/>
                  </a:lnTo>
                  <a:lnTo>
                    <a:pt x="2474" y="10172"/>
                  </a:lnTo>
                  <a:lnTo>
                    <a:pt x="2660" y="10079"/>
                  </a:lnTo>
                  <a:lnTo>
                    <a:pt x="2754" y="9939"/>
                  </a:lnTo>
                  <a:lnTo>
                    <a:pt x="2894" y="9799"/>
                  </a:lnTo>
                  <a:lnTo>
                    <a:pt x="2987" y="9659"/>
                  </a:lnTo>
                  <a:lnTo>
                    <a:pt x="3080" y="9472"/>
                  </a:lnTo>
                  <a:lnTo>
                    <a:pt x="3127" y="9286"/>
                  </a:lnTo>
                  <a:close/>
                  <a:moveTo>
                    <a:pt x="8586" y="11479"/>
                  </a:moveTo>
                  <a:lnTo>
                    <a:pt x="8586" y="12039"/>
                  </a:lnTo>
                  <a:lnTo>
                    <a:pt x="7980" y="12039"/>
                  </a:lnTo>
                  <a:lnTo>
                    <a:pt x="8073" y="11852"/>
                  </a:lnTo>
                  <a:lnTo>
                    <a:pt x="8213" y="11665"/>
                  </a:lnTo>
                  <a:lnTo>
                    <a:pt x="8353" y="11525"/>
                  </a:lnTo>
                  <a:lnTo>
                    <a:pt x="8586" y="11479"/>
                  </a:lnTo>
                  <a:close/>
                  <a:moveTo>
                    <a:pt x="4200" y="0"/>
                  </a:moveTo>
                  <a:lnTo>
                    <a:pt x="3874" y="47"/>
                  </a:lnTo>
                  <a:lnTo>
                    <a:pt x="3547" y="140"/>
                  </a:lnTo>
                  <a:lnTo>
                    <a:pt x="3314" y="280"/>
                  </a:lnTo>
                  <a:lnTo>
                    <a:pt x="3080" y="420"/>
                  </a:lnTo>
                  <a:lnTo>
                    <a:pt x="2894" y="654"/>
                  </a:lnTo>
                  <a:lnTo>
                    <a:pt x="2754" y="887"/>
                  </a:lnTo>
                  <a:lnTo>
                    <a:pt x="2614" y="1120"/>
                  </a:lnTo>
                  <a:lnTo>
                    <a:pt x="2567" y="1400"/>
                  </a:lnTo>
                  <a:lnTo>
                    <a:pt x="2520" y="1680"/>
                  </a:lnTo>
                  <a:lnTo>
                    <a:pt x="2520" y="1913"/>
                  </a:lnTo>
                  <a:lnTo>
                    <a:pt x="2567" y="2193"/>
                  </a:lnTo>
                  <a:lnTo>
                    <a:pt x="2660" y="2473"/>
                  </a:lnTo>
                  <a:lnTo>
                    <a:pt x="2800" y="2707"/>
                  </a:lnTo>
                  <a:lnTo>
                    <a:pt x="2987" y="2940"/>
                  </a:lnTo>
                  <a:lnTo>
                    <a:pt x="3220" y="3127"/>
                  </a:lnTo>
                  <a:lnTo>
                    <a:pt x="3500" y="3313"/>
                  </a:lnTo>
                  <a:lnTo>
                    <a:pt x="3454" y="3407"/>
                  </a:lnTo>
                  <a:lnTo>
                    <a:pt x="3454" y="3500"/>
                  </a:lnTo>
                  <a:lnTo>
                    <a:pt x="3454" y="5040"/>
                  </a:lnTo>
                  <a:lnTo>
                    <a:pt x="3454" y="5086"/>
                  </a:lnTo>
                  <a:lnTo>
                    <a:pt x="2940" y="5086"/>
                  </a:lnTo>
                  <a:lnTo>
                    <a:pt x="2894" y="4946"/>
                  </a:lnTo>
                  <a:lnTo>
                    <a:pt x="2940" y="4853"/>
                  </a:lnTo>
                  <a:lnTo>
                    <a:pt x="2987" y="4713"/>
                  </a:lnTo>
                  <a:lnTo>
                    <a:pt x="2987" y="4200"/>
                  </a:lnTo>
                  <a:lnTo>
                    <a:pt x="2940" y="4013"/>
                  </a:lnTo>
                  <a:lnTo>
                    <a:pt x="2847" y="3873"/>
                  </a:lnTo>
                  <a:lnTo>
                    <a:pt x="2707" y="3780"/>
                  </a:lnTo>
                  <a:lnTo>
                    <a:pt x="2520" y="3733"/>
                  </a:lnTo>
                  <a:lnTo>
                    <a:pt x="467" y="3733"/>
                  </a:lnTo>
                  <a:lnTo>
                    <a:pt x="281" y="3780"/>
                  </a:lnTo>
                  <a:lnTo>
                    <a:pt x="141" y="3873"/>
                  </a:lnTo>
                  <a:lnTo>
                    <a:pt x="47" y="4013"/>
                  </a:lnTo>
                  <a:lnTo>
                    <a:pt x="1" y="4200"/>
                  </a:lnTo>
                  <a:lnTo>
                    <a:pt x="1" y="4713"/>
                  </a:lnTo>
                  <a:lnTo>
                    <a:pt x="1" y="4853"/>
                  </a:lnTo>
                  <a:lnTo>
                    <a:pt x="94" y="4946"/>
                  </a:lnTo>
                  <a:lnTo>
                    <a:pt x="1" y="5086"/>
                  </a:lnTo>
                  <a:lnTo>
                    <a:pt x="1" y="5226"/>
                  </a:lnTo>
                  <a:lnTo>
                    <a:pt x="1" y="5740"/>
                  </a:lnTo>
                  <a:lnTo>
                    <a:pt x="1" y="5880"/>
                  </a:lnTo>
                  <a:lnTo>
                    <a:pt x="94" y="6020"/>
                  </a:lnTo>
                  <a:lnTo>
                    <a:pt x="1" y="6113"/>
                  </a:lnTo>
                  <a:lnTo>
                    <a:pt x="1" y="6253"/>
                  </a:lnTo>
                  <a:lnTo>
                    <a:pt x="1" y="6766"/>
                  </a:lnTo>
                  <a:lnTo>
                    <a:pt x="1" y="6906"/>
                  </a:lnTo>
                  <a:lnTo>
                    <a:pt x="94" y="7046"/>
                  </a:lnTo>
                  <a:lnTo>
                    <a:pt x="1" y="7139"/>
                  </a:lnTo>
                  <a:lnTo>
                    <a:pt x="1" y="7279"/>
                  </a:lnTo>
                  <a:lnTo>
                    <a:pt x="1" y="7793"/>
                  </a:lnTo>
                  <a:lnTo>
                    <a:pt x="1" y="7933"/>
                  </a:lnTo>
                  <a:lnTo>
                    <a:pt x="94" y="8073"/>
                  </a:lnTo>
                  <a:lnTo>
                    <a:pt x="1" y="8213"/>
                  </a:lnTo>
                  <a:lnTo>
                    <a:pt x="1" y="8353"/>
                  </a:lnTo>
                  <a:lnTo>
                    <a:pt x="1" y="8819"/>
                  </a:lnTo>
                  <a:lnTo>
                    <a:pt x="1" y="8959"/>
                  </a:lnTo>
                  <a:lnTo>
                    <a:pt x="94" y="9099"/>
                  </a:lnTo>
                  <a:lnTo>
                    <a:pt x="1" y="9239"/>
                  </a:lnTo>
                  <a:lnTo>
                    <a:pt x="1" y="9379"/>
                  </a:lnTo>
                  <a:lnTo>
                    <a:pt x="1" y="9846"/>
                  </a:lnTo>
                  <a:lnTo>
                    <a:pt x="1" y="9986"/>
                  </a:lnTo>
                  <a:lnTo>
                    <a:pt x="94" y="10126"/>
                  </a:lnTo>
                  <a:lnTo>
                    <a:pt x="1" y="10266"/>
                  </a:lnTo>
                  <a:lnTo>
                    <a:pt x="1" y="10406"/>
                  </a:lnTo>
                  <a:lnTo>
                    <a:pt x="1" y="10919"/>
                  </a:lnTo>
                  <a:lnTo>
                    <a:pt x="47" y="11059"/>
                  </a:lnTo>
                  <a:lnTo>
                    <a:pt x="141" y="11246"/>
                  </a:lnTo>
                  <a:lnTo>
                    <a:pt x="281" y="11339"/>
                  </a:lnTo>
                  <a:lnTo>
                    <a:pt x="467" y="11385"/>
                  </a:lnTo>
                  <a:lnTo>
                    <a:pt x="1727" y="11385"/>
                  </a:lnTo>
                  <a:lnTo>
                    <a:pt x="1727" y="12225"/>
                  </a:lnTo>
                  <a:lnTo>
                    <a:pt x="1727" y="12319"/>
                  </a:lnTo>
                  <a:lnTo>
                    <a:pt x="1774" y="12365"/>
                  </a:lnTo>
                  <a:lnTo>
                    <a:pt x="1867" y="12412"/>
                  </a:lnTo>
                  <a:lnTo>
                    <a:pt x="1914" y="12459"/>
                  </a:lnTo>
                  <a:lnTo>
                    <a:pt x="8773" y="12459"/>
                  </a:lnTo>
                  <a:lnTo>
                    <a:pt x="8866" y="12412"/>
                  </a:lnTo>
                  <a:lnTo>
                    <a:pt x="8913" y="12365"/>
                  </a:lnTo>
                  <a:lnTo>
                    <a:pt x="8960" y="12319"/>
                  </a:lnTo>
                  <a:lnTo>
                    <a:pt x="8960" y="12225"/>
                  </a:lnTo>
                  <a:lnTo>
                    <a:pt x="8960" y="10546"/>
                  </a:lnTo>
                  <a:lnTo>
                    <a:pt x="11759" y="10546"/>
                  </a:lnTo>
                  <a:lnTo>
                    <a:pt x="12133" y="10499"/>
                  </a:lnTo>
                  <a:lnTo>
                    <a:pt x="12459" y="10359"/>
                  </a:lnTo>
                  <a:lnTo>
                    <a:pt x="12739" y="10219"/>
                  </a:lnTo>
                  <a:lnTo>
                    <a:pt x="12972" y="9986"/>
                  </a:lnTo>
                  <a:lnTo>
                    <a:pt x="13159" y="9752"/>
                  </a:lnTo>
                  <a:lnTo>
                    <a:pt x="13299" y="9472"/>
                  </a:lnTo>
                  <a:lnTo>
                    <a:pt x="13392" y="9192"/>
                  </a:lnTo>
                  <a:lnTo>
                    <a:pt x="13439" y="8866"/>
                  </a:lnTo>
                  <a:lnTo>
                    <a:pt x="13392" y="8586"/>
                  </a:lnTo>
                  <a:lnTo>
                    <a:pt x="13346" y="8259"/>
                  </a:lnTo>
                  <a:lnTo>
                    <a:pt x="13206" y="7979"/>
                  </a:lnTo>
                  <a:lnTo>
                    <a:pt x="13066" y="7699"/>
                  </a:lnTo>
                  <a:lnTo>
                    <a:pt x="12832" y="7513"/>
                  </a:lnTo>
                  <a:lnTo>
                    <a:pt x="12553" y="7326"/>
                  </a:lnTo>
                  <a:lnTo>
                    <a:pt x="12273" y="7186"/>
                  </a:lnTo>
                  <a:lnTo>
                    <a:pt x="11853" y="7093"/>
                  </a:lnTo>
                  <a:lnTo>
                    <a:pt x="11899" y="5460"/>
                  </a:lnTo>
                  <a:lnTo>
                    <a:pt x="12366" y="5460"/>
                  </a:lnTo>
                  <a:lnTo>
                    <a:pt x="12506" y="5320"/>
                  </a:lnTo>
                  <a:lnTo>
                    <a:pt x="12599" y="5180"/>
                  </a:lnTo>
                  <a:lnTo>
                    <a:pt x="12646" y="5040"/>
                  </a:lnTo>
                  <a:lnTo>
                    <a:pt x="12646" y="3500"/>
                  </a:lnTo>
                  <a:lnTo>
                    <a:pt x="12599" y="3360"/>
                  </a:lnTo>
                  <a:lnTo>
                    <a:pt x="12506" y="3173"/>
                  </a:lnTo>
                  <a:lnTo>
                    <a:pt x="12366" y="3080"/>
                  </a:lnTo>
                  <a:lnTo>
                    <a:pt x="11853" y="3080"/>
                  </a:lnTo>
                  <a:lnTo>
                    <a:pt x="11899" y="2847"/>
                  </a:lnTo>
                  <a:lnTo>
                    <a:pt x="11853" y="2613"/>
                  </a:lnTo>
                  <a:lnTo>
                    <a:pt x="11713" y="2473"/>
                  </a:lnTo>
                  <a:lnTo>
                    <a:pt x="11526" y="2333"/>
                  </a:lnTo>
                  <a:lnTo>
                    <a:pt x="11526" y="1120"/>
                  </a:lnTo>
                  <a:lnTo>
                    <a:pt x="11713" y="1027"/>
                  </a:lnTo>
                  <a:lnTo>
                    <a:pt x="11853" y="840"/>
                  </a:lnTo>
                  <a:lnTo>
                    <a:pt x="11899" y="654"/>
                  </a:lnTo>
                  <a:lnTo>
                    <a:pt x="11899" y="467"/>
                  </a:lnTo>
                  <a:lnTo>
                    <a:pt x="11806" y="327"/>
                  </a:lnTo>
                  <a:lnTo>
                    <a:pt x="11713" y="140"/>
                  </a:lnTo>
                  <a:lnTo>
                    <a:pt x="11526" y="47"/>
                  </a:lnTo>
                  <a:lnTo>
                    <a:pt x="113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4"/>
            <p:cNvSpPr/>
            <p:nvPr/>
          </p:nvSpPr>
          <p:spPr>
            <a:xfrm>
              <a:off x="1100175" y="2939725"/>
              <a:ext cx="58350" cy="58350"/>
            </a:xfrm>
            <a:custGeom>
              <a:avLst/>
              <a:gdLst/>
              <a:ahLst/>
              <a:cxnLst/>
              <a:rect l="l" t="t" r="r" b="b"/>
              <a:pathLst>
                <a:path w="2334" h="2334" extrusionOk="0">
                  <a:moveTo>
                    <a:pt x="887" y="0"/>
                  </a:moveTo>
                  <a:lnTo>
                    <a:pt x="653" y="93"/>
                  </a:lnTo>
                  <a:lnTo>
                    <a:pt x="420" y="233"/>
                  </a:lnTo>
                  <a:lnTo>
                    <a:pt x="234" y="420"/>
                  </a:lnTo>
                  <a:lnTo>
                    <a:pt x="94" y="653"/>
                  </a:lnTo>
                  <a:lnTo>
                    <a:pt x="0" y="887"/>
                  </a:lnTo>
                  <a:lnTo>
                    <a:pt x="0" y="1120"/>
                  </a:lnTo>
                  <a:lnTo>
                    <a:pt x="0" y="1400"/>
                  </a:lnTo>
                  <a:lnTo>
                    <a:pt x="47" y="1447"/>
                  </a:lnTo>
                  <a:lnTo>
                    <a:pt x="94" y="1540"/>
                  </a:lnTo>
                  <a:lnTo>
                    <a:pt x="234" y="1540"/>
                  </a:lnTo>
                  <a:lnTo>
                    <a:pt x="327" y="1493"/>
                  </a:lnTo>
                  <a:lnTo>
                    <a:pt x="374" y="1447"/>
                  </a:lnTo>
                  <a:lnTo>
                    <a:pt x="374" y="1400"/>
                  </a:lnTo>
                  <a:lnTo>
                    <a:pt x="374" y="1307"/>
                  </a:lnTo>
                  <a:lnTo>
                    <a:pt x="374" y="1120"/>
                  </a:lnTo>
                  <a:lnTo>
                    <a:pt x="420" y="980"/>
                  </a:lnTo>
                  <a:lnTo>
                    <a:pt x="467" y="793"/>
                  </a:lnTo>
                  <a:lnTo>
                    <a:pt x="560" y="653"/>
                  </a:lnTo>
                  <a:lnTo>
                    <a:pt x="653" y="560"/>
                  </a:lnTo>
                  <a:lnTo>
                    <a:pt x="793" y="467"/>
                  </a:lnTo>
                  <a:lnTo>
                    <a:pt x="980" y="420"/>
                  </a:lnTo>
                  <a:lnTo>
                    <a:pt x="1167" y="373"/>
                  </a:lnTo>
                  <a:lnTo>
                    <a:pt x="1307" y="373"/>
                  </a:lnTo>
                  <a:lnTo>
                    <a:pt x="1447" y="420"/>
                  </a:lnTo>
                  <a:lnTo>
                    <a:pt x="1587" y="513"/>
                  </a:lnTo>
                  <a:lnTo>
                    <a:pt x="1680" y="607"/>
                  </a:lnTo>
                  <a:lnTo>
                    <a:pt x="1773" y="700"/>
                  </a:lnTo>
                  <a:lnTo>
                    <a:pt x="1867" y="840"/>
                  </a:lnTo>
                  <a:lnTo>
                    <a:pt x="1913" y="980"/>
                  </a:lnTo>
                  <a:lnTo>
                    <a:pt x="1913" y="1167"/>
                  </a:lnTo>
                  <a:lnTo>
                    <a:pt x="1913" y="1353"/>
                  </a:lnTo>
                  <a:lnTo>
                    <a:pt x="1820" y="1493"/>
                  </a:lnTo>
                  <a:lnTo>
                    <a:pt x="1727" y="1633"/>
                  </a:lnTo>
                  <a:lnTo>
                    <a:pt x="1587" y="1773"/>
                  </a:lnTo>
                  <a:lnTo>
                    <a:pt x="1447" y="1866"/>
                  </a:lnTo>
                  <a:lnTo>
                    <a:pt x="1307" y="1913"/>
                  </a:lnTo>
                  <a:lnTo>
                    <a:pt x="933" y="1913"/>
                  </a:lnTo>
                  <a:lnTo>
                    <a:pt x="840" y="1866"/>
                  </a:lnTo>
                  <a:lnTo>
                    <a:pt x="793" y="1913"/>
                  </a:lnTo>
                  <a:lnTo>
                    <a:pt x="700" y="1960"/>
                  </a:lnTo>
                  <a:lnTo>
                    <a:pt x="700" y="2006"/>
                  </a:lnTo>
                  <a:lnTo>
                    <a:pt x="653" y="2100"/>
                  </a:lnTo>
                  <a:lnTo>
                    <a:pt x="700" y="2193"/>
                  </a:lnTo>
                  <a:lnTo>
                    <a:pt x="747" y="2240"/>
                  </a:lnTo>
                  <a:lnTo>
                    <a:pt x="793" y="2286"/>
                  </a:lnTo>
                  <a:lnTo>
                    <a:pt x="1073" y="2333"/>
                  </a:lnTo>
                  <a:lnTo>
                    <a:pt x="1353" y="2286"/>
                  </a:lnTo>
                  <a:lnTo>
                    <a:pt x="1633" y="2240"/>
                  </a:lnTo>
                  <a:lnTo>
                    <a:pt x="1820" y="2100"/>
                  </a:lnTo>
                  <a:lnTo>
                    <a:pt x="2053" y="1913"/>
                  </a:lnTo>
                  <a:lnTo>
                    <a:pt x="2193" y="1680"/>
                  </a:lnTo>
                  <a:lnTo>
                    <a:pt x="2287" y="1447"/>
                  </a:lnTo>
                  <a:lnTo>
                    <a:pt x="2333" y="1167"/>
                  </a:lnTo>
                  <a:lnTo>
                    <a:pt x="2287" y="933"/>
                  </a:lnTo>
                  <a:lnTo>
                    <a:pt x="2240" y="700"/>
                  </a:lnTo>
                  <a:lnTo>
                    <a:pt x="2100" y="513"/>
                  </a:lnTo>
                  <a:lnTo>
                    <a:pt x="1960" y="327"/>
                  </a:lnTo>
                  <a:lnTo>
                    <a:pt x="1820" y="187"/>
                  </a:lnTo>
                  <a:lnTo>
                    <a:pt x="1587" y="93"/>
                  </a:lnTo>
                  <a:lnTo>
                    <a:pt x="14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4"/>
            <p:cNvSpPr/>
            <p:nvPr/>
          </p:nvSpPr>
          <p:spPr>
            <a:xfrm>
              <a:off x="1206325" y="2854550"/>
              <a:ext cx="60675" cy="9375"/>
            </a:xfrm>
            <a:custGeom>
              <a:avLst/>
              <a:gdLst/>
              <a:ahLst/>
              <a:cxnLst/>
              <a:rect l="l" t="t" r="r" b="b"/>
              <a:pathLst>
                <a:path w="2427" h="375" extrusionOk="0">
                  <a:moveTo>
                    <a:pt x="94" y="1"/>
                  </a:moveTo>
                  <a:lnTo>
                    <a:pt x="47" y="48"/>
                  </a:lnTo>
                  <a:lnTo>
                    <a:pt x="0" y="187"/>
                  </a:lnTo>
                  <a:lnTo>
                    <a:pt x="47" y="327"/>
                  </a:lnTo>
                  <a:lnTo>
                    <a:pt x="94" y="374"/>
                  </a:lnTo>
                  <a:lnTo>
                    <a:pt x="2287" y="374"/>
                  </a:lnTo>
                  <a:lnTo>
                    <a:pt x="2380" y="327"/>
                  </a:lnTo>
                  <a:lnTo>
                    <a:pt x="2427" y="187"/>
                  </a:lnTo>
                  <a:lnTo>
                    <a:pt x="2380" y="48"/>
                  </a:lnTo>
                  <a:lnTo>
                    <a:pt x="22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764;p51">
            <a:extLst>
              <a:ext uri="{FF2B5EF4-FFF2-40B4-BE49-F238E27FC236}">
                <a16:creationId xmlns:a16="http://schemas.microsoft.com/office/drawing/2014/main" id="{DD8344C5-FA9D-884F-FFB4-B9061C2EB05B}"/>
              </a:ext>
            </a:extLst>
          </p:cNvPr>
          <p:cNvSpPr txBox="1">
            <a:spLocks/>
          </p:cNvSpPr>
          <p:nvPr/>
        </p:nvSpPr>
        <p:spPr>
          <a:xfrm>
            <a:off x="1819197" y="2466024"/>
            <a:ext cx="3034980" cy="18545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2800"/>
              <a:buFont typeface="Hind"/>
              <a:buNone/>
              <a:defRPr sz="14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9pPr>
          </a:lstStyle>
          <a:p>
            <a:pPr marL="274320" indent="-226059" algn="l">
              <a:buSzPts val="1400"/>
              <a:buFont typeface="Hind"/>
              <a:buChar char="●"/>
            </a:pPr>
            <a:r>
              <a:rPr lang="en-US" dirty="0"/>
              <a:t>Godot</a:t>
            </a:r>
          </a:p>
          <a:p>
            <a:pPr marL="274320" indent="-226059" algn="l">
              <a:spcBef>
                <a:spcPts val="1000"/>
              </a:spcBef>
              <a:buSzPts val="1400"/>
              <a:buFont typeface="Hind"/>
              <a:buChar char="●"/>
            </a:pPr>
            <a:r>
              <a:rPr lang="en-US" dirty="0"/>
              <a:t>Piskel</a:t>
            </a:r>
          </a:p>
          <a:p>
            <a:pPr marL="274320" indent="-226059" algn="l">
              <a:spcBef>
                <a:spcPts val="1000"/>
              </a:spcBef>
              <a:buSzPts val="1400"/>
              <a:buFont typeface="Hind"/>
              <a:buChar char="●"/>
            </a:pPr>
            <a:r>
              <a:rPr lang="en-US" dirty="0"/>
              <a:t>Adobe Photoshop</a:t>
            </a:r>
          </a:p>
          <a:p>
            <a:pPr marL="274320" indent="-226059" algn="l">
              <a:spcBef>
                <a:spcPts val="1000"/>
              </a:spcBef>
              <a:buSzPts val="1400"/>
              <a:buFont typeface="Hind"/>
              <a:buChar char="●"/>
            </a:pPr>
            <a:r>
              <a:rPr lang="en-US" dirty="0"/>
              <a:t>Draw.io</a:t>
            </a:r>
          </a:p>
          <a:p>
            <a:pPr marL="274320" indent="-226059" algn="l">
              <a:spcBef>
                <a:spcPts val="1000"/>
              </a:spcBef>
              <a:buSzPts val="1400"/>
              <a:buFont typeface="Hind"/>
              <a:buChar char="●"/>
            </a:pPr>
            <a:r>
              <a:rPr lang="en-US" dirty="0"/>
              <a:t>GitHub</a:t>
            </a:r>
          </a:p>
          <a:p>
            <a:pPr marL="274320" indent="-226059" algn="l">
              <a:spcBef>
                <a:spcPts val="1000"/>
              </a:spcBef>
              <a:buSzPts val="1400"/>
              <a:buFont typeface="Hind"/>
              <a:buChar char="●"/>
            </a:pPr>
            <a:r>
              <a:rPr lang="en-US" dirty="0"/>
              <a:t>PowerPoint</a:t>
            </a:r>
          </a:p>
        </p:txBody>
      </p:sp>
      <p:sp>
        <p:nvSpPr>
          <p:cNvPr id="10" name="Google Shape;764;p51">
            <a:extLst>
              <a:ext uri="{FF2B5EF4-FFF2-40B4-BE49-F238E27FC236}">
                <a16:creationId xmlns:a16="http://schemas.microsoft.com/office/drawing/2014/main" id="{B6077AC1-A41D-89CF-D3A9-924D558CDB29}"/>
              </a:ext>
            </a:extLst>
          </p:cNvPr>
          <p:cNvSpPr txBox="1">
            <a:spLocks/>
          </p:cNvSpPr>
          <p:nvPr/>
        </p:nvSpPr>
        <p:spPr>
          <a:xfrm>
            <a:off x="4767504" y="2466024"/>
            <a:ext cx="3034980" cy="18545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2800"/>
              <a:buFont typeface="Hind"/>
              <a:buNone/>
              <a:defRPr sz="14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2800"/>
              <a:buFont typeface="Hind"/>
              <a:buNone/>
              <a:defRPr sz="2800" b="0" i="0" u="none" strike="noStrike" cap="none">
                <a:solidFill>
                  <a:schemeClr val="lt1"/>
                </a:solidFill>
                <a:latin typeface="Hind"/>
                <a:ea typeface="Hind"/>
                <a:cs typeface="Hind"/>
                <a:sym typeface="Hind"/>
              </a:defRPr>
            </a:lvl9pPr>
          </a:lstStyle>
          <a:p>
            <a:pPr marL="274320" indent="-226059" algn="l">
              <a:buSzPts val="1400"/>
              <a:buFont typeface="Hind"/>
              <a:buChar char="●"/>
            </a:pPr>
            <a:r>
              <a:rPr lang="en-US" dirty="0"/>
              <a:t>Game development</a:t>
            </a:r>
          </a:p>
          <a:p>
            <a:pPr marL="274320" indent="-226059" algn="l">
              <a:spcBef>
                <a:spcPts val="1000"/>
              </a:spcBef>
              <a:buSzPts val="1400"/>
              <a:buFont typeface="Hind"/>
              <a:buChar char="●"/>
            </a:pPr>
            <a:r>
              <a:rPr lang="en-US" dirty="0"/>
              <a:t>Pixel art creation</a:t>
            </a:r>
          </a:p>
          <a:p>
            <a:pPr marL="274320" indent="-226059" algn="l">
              <a:spcBef>
                <a:spcPts val="1000"/>
              </a:spcBef>
              <a:buSzPts val="1400"/>
              <a:buFont typeface="Hind"/>
              <a:buChar char="●"/>
            </a:pPr>
            <a:r>
              <a:rPr lang="en-US" dirty="0"/>
              <a:t>Image editing, post creation</a:t>
            </a:r>
          </a:p>
          <a:p>
            <a:pPr marL="274320" indent="-226059" algn="l">
              <a:spcBef>
                <a:spcPts val="1000"/>
              </a:spcBef>
              <a:buSzPts val="1400"/>
              <a:buFont typeface="Hind"/>
              <a:buChar char="●"/>
            </a:pPr>
            <a:r>
              <a:rPr lang="en-US" dirty="0"/>
              <a:t>Flowchart, UML, etc.</a:t>
            </a:r>
          </a:p>
          <a:p>
            <a:pPr marL="274320" indent="-226059" algn="l">
              <a:spcBef>
                <a:spcPts val="1000"/>
              </a:spcBef>
              <a:buSzPts val="1400"/>
              <a:buFont typeface="Hind"/>
              <a:buChar char="●"/>
            </a:pPr>
            <a:r>
              <a:rPr lang="en-US" dirty="0"/>
              <a:t>Version control, backup</a:t>
            </a:r>
          </a:p>
          <a:p>
            <a:pPr marL="274320" indent="-226059" algn="l">
              <a:spcBef>
                <a:spcPts val="1000"/>
              </a:spcBef>
              <a:buSzPts val="1400"/>
              <a:buFont typeface="Hind"/>
              <a:buChar char="●"/>
            </a:pPr>
            <a:r>
              <a:rPr lang="en-US" dirty="0"/>
              <a:t>Tutorial, &amp; presentation</a:t>
            </a:r>
          </a:p>
        </p:txBody>
      </p:sp>
      <p:grpSp>
        <p:nvGrpSpPr>
          <p:cNvPr id="11" name="Google Shape;1059;p60">
            <a:extLst>
              <a:ext uri="{FF2B5EF4-FFF2-40B4-BE49-F238E27FC236}">
                <a16:creationId xmlns:a16="http://schemas.microsoft.com/office/drawing/2014/main" id="{62BA0C3D-ACB7-B286-E9B4-E0D1F4DEA18F}"/>
              </a:ext>
            </a:extLst>
          </p:cNvPr>
          <p:cNvGrpSpPr/>
          <p:nvPr/>
        </p:nvGrpSpPr>
        <p:grpSpPr>
          <a:xfrm>
            <a:off x="5750471" y="1194425"/>
            <a:ext cx="336000" cy="335975"/>
            <a:chOff x="4023450" y="1297275"/>
            <a:chExt cx="336000" cy="335975"/>
          </a:xfrm>
        </p:grpSpPr>
        <p:sp>
          <p:nvSpPr>
            <p:cNvPr id="12" name="Google Shape;1060;p60">
              <a:extLst>
                <a:ext uri="{FF2B5EF4-FFF2-40B4-BE49-F238E27FC236}">
                  <a16:creationId xmlns:a16="http://schemas.microsoft.com/office/drawing/2014/main" id="{EB2E84C0-558F-E492-3B76-EB70D09E2C79}"/>
                </a:ext>
              </a:extLst>
            </p:cNvPr>
            <p:cNvSpPr/>
            <p:nvPr/>
          </p:nvSpPr>
          <p:spPr>
            <a:xfrm>
              <a:off x="4043300" y="1552725"/>
              <a:ext cx="296300" cy="80525"/>
            </a:xfrm>
            <a:custGeom>
              <a:avLst/>
              <a:gdLst/>
              <a:ahLst/>
              <a:cxnLst/>
              <a:rect l="l" t="t" r="r" b="b"/>
              <a:pathLst>
                <a:path w="11852" h="3221" extrusionOk="0">
                  <a:moveTo>
                    <a:pt x="11339" y="374"/>
                  </a:moveTo>
                  <a:lnTo>
                    <a:pt x="11385" y="421"/>
                  </a:lnTo>
                  <a:lnTo>
                    <a:pt x="11432" y="561"/>
                  </a:lnTo>
                  <a:lnTo>
                    <a:pt x="11385" y="701"/>
                  </a:lnTo>
                  <a:lnTo>
                    <a:pt x="11339" y="747"/>
                  </a:lnTo>
                  <a:lnTo>
                    <a:pt x="1587" y="747"/>
                  </a:lnTo>
                  <a:lnTo>
                    <a:pt x="1447" y="794"/>
                  </a:lnTo>
                  <a:lnTo>
                    <a:pt x="1260" y="841"/>
                  </a:lnTo>
                  <a:lnTo>
                    <a:pt x="1120" y="934"/>
                  </a:lnTo>
                  <a:lnTo>
                    <a:pt x="1027" y="1027"/>
                  </a:lnTo>
                  <a:lnTo>
                    <a:pt x="887" y="1121"/>
                  </a:lnTo>
                  <a:lnTo>
                    <a:pt x="840" y="1260"/>
                  </a:lnTo>
                  <a:lnTo>
                    <a:pt x="793" y="1447"/>
                  </a:lnTo>
                  <a:lnTo>
                    <a:pt x="747" y="1587"/>
                  </a:lnTo>
                  <a:lnTo>
                    <a:pt x="793" y="1774"/>
                  </a:lnTo>
                  <a:lnTo>
                    <a:pt x="840" y="1914"/>
                  </a:lnTo>
                  <a:lnTo>
                    <a:pt x="887" y="2100"/>
                  </a:lnTo>
                  <a:lnTo>
                    <a:pt x="1027" y="2194"/>
                  </a:lnTo>
                  <a:lnTo>
                    <a:pt x="1120" y="2287"/>
                  </a:lnTo>
                  <a:lnTo>
                    <a:pt x="1260" y="2380"/>
                  </a:lnTo>
                  <a:lnTo>
                    <a:pt x="1447" y="2427"/>
                  </a:lnTo>
                  <a:lnTo>
                    <a:pt x="8959" y="2427"/>
                  </a:lnTo>
                  <a:lnTo>
                    <a:pt x="9052" y="2380"/>
                  </a:lnTo>
                  <a:lnTo>
                    <a:pt x="9099" y="2240"/>
                  </a:lnTo>
                  <a:lnTo>
                    <a:pt x="9052" y="2100"/>
                  </a:lnTo>
                  <a:lnTo>
                    <a:pt x="8959" y="2054"/>
                  </a:lnTo>
                  <a:lnTo>
                    <a:pt x="1587" y="2054"/>
                  </a:lnTo>
                  <a:lnTo>
                    <a:pt x="1447" y="2007"/>
                  </a:lnTo>
                  <a:lnTo>
                    <a:pt x="1307" y="1914"/>
                  </a:lnTo>
                  <a:lnTo>
                    <a:pt x="1213" y="1774"/>
                  </a:lnTo>
                  <a:lnTo>
                    <a:pt x="1167" y="1587"/>
                  </a:lnTo>
                  <a:lnTo>
                    <a:pt x="1213" y="1447"/>
                  </a:lnTo>
                  <a:lnTo>
                    <a:pt x="1307" y="1307"/>
                  </a:lnTo>
                  <a:lnTo>
                    <a:pt x="1447" y="1214"/>
                  </a:lnTo>
                  <a:lnTo>
                    <a:pt x="1587" y="1167"/>
                  </a:lnTo>
                  <a:lnTo>
                    <a:pt x="10779" y="1167"/>
                  </a:lnTo>
                  <a:lnTo>
                    <a:pt x="10779" y="2054"/>
                  </a:lnTo>
                  <a:lnTo>
                    <a:pt x="9846" y="2054"/>
                  </a:lnTo>
                  <a:lnTo>
                    <a:pt x="9799" y="2100"/>
                  </a:lnTo>
                  <a:lnTo>
                    <a:pt x="9752" y="2240"/>
                  </a:lnTo>
                  <a:lnTo>
                    <a:pt x="9799" y="2380"/>
                  </a:lnTo>
                  <a:lnTo>
                    <a:pt x="9846" y="2427"/>
                  </a:lnTo>
                  <a:lnTo>
                    <a:pt x="11245" y="2427"/>
                  </a:lnTo>
                  <a:lnTo>
                    <a:pt x="11339" y="2474"/>
                  </a:lnTo>
                  <a:lnTo>
                    <a:pt x="11385" y="2520"/>
                  </a:lnTo>
                  <a:lnTo>
                    <a:pt x="11432" y="2567"/>
                  </a:lnTo>
                  <a:lnTo>
                    <a:pt x="11432" y="2660"/>
                  </a:lnTo>
                  <a:lnTo>
                    <a:pt x="11432" y="2707"/>
                  </a:lnTo>
                  <a:lnTo>
                    <a:pt x="11385" y="2800"/>
                  </a:lnTo>
                  <a:lnTo>
                    <a:pt x="11339" y="2847"/>
                  </a:lnTo>
                  <a:lnTo>
                    <a:pt x="1587" y="2847"/>
                  </a:lnTo>
                  <a:lnTo>
                    <a:pt x="1353" y="2800"/>
                  </a:lnTo>
                  <a:lnTo>
                    <a:pt x="1120" y="2754"/>
                  </a:lnTo>
                  <a:lnTo>
                    <a:pt x="933" y="2614"/>
                  </a:lnTo>
                  <a:lnTo>
                    <a:pt x="747" y="2474"/>
                  </a:lnTo>
                  <a:lnTo>
                    <a:pt x="560" y="2287"/>
                  </a:lnTo>
                  <a:lnTo>
                    <a:pt x="467" y="2054"/>
                  </a:lnTo>
                  <a:lnTo>
                    <a:pt x="373" y="1820"/>
                  </a:lnTo>
                  <a:lnTo>
                    <a:pt x="373" y="1587"/>
                  </a:lnTo>
                  <a:lnTo>
                    <a:pt x="420" y="1354"/>
                  </a:lnTo>
                  <a:lnTo>
                    <a:pt x="467" y="1121"/>
                  </a:lnTo>
                  <a:lnTo>
                    <a:pt x="607" y="934"/>
                  </a:lnTo>
                  <a:lnTo>
                    <a:pt x="747" y="747"/>
                  </a:lnTo>
                  <a:lnTo>
                    <a:pt x="933" y="561"/>
                  </a:lnTo>
                  <a:lnTo>
                    <a:pt x="1167" y="467"/>
                  </a:lnTo>
                  <a:lnTo>
                    <a:pt x="1400" y="421"/>
                  </a:lnTo>
                  <a:lnTo>
                    <a:pt x="1633" y="374"/>
                  </a:lnTo>
                  <a:close/>
                  <a:moveTo>
                    <a:pt x="1353" y="1"/>
                  </a:moveTo>
                  <a:lnTo>
                    <a:pt x="1120" y="47"/>
                  </a:lnTo>
                  <a:lnTo>
                    <a:pt x="887" y="141"/>
                  </a:lnTo>
                  <a:lnTo>
                    <a:pt x="700" y="281"/>
                  </a:lnTo>
                  <a:lnTo>
                    <a:pt x="513" y="421"/>
                  </a:lnTo>
                  <a:lnTo>
                    <a:pt x="373" y="607"/>
                  </a:lnTo>
                  <a:lnTo>
                    <a:pt x="233" y="794"/>
                  </a:lnTo>
                  <a:lnTo>
                    <a:pt x="93" y="981"/>
                  </a:lnTo>
                  <a:lnTo>
                    <a:pt x="47" y="1214"/>
                  </a:lnTo>
                  <a:lnTo>
                    <a:pt x="0" y="1447"/>
                  </a:lnTo>
                  <a:lnTo>
                    <a:pt x="0" y="1634"/>
                  </a:lnTo>
                  <a:lnTo>
                    <a:pt x="0" y="1867"/>
                  </a:lnTo>
                  <a:lnTo>
                    <a:pt x="47" y="2100"/>
                  </a:lnTo>
                  <a:lnTo>
                    <a:pt x="140" y="2334"/>
                  </a:lnTo>
                  <a:lnTo>
                    <a:pt x="280" y="2567"/>
                  </a:lnTo>
                  <a:lnTo>
                    <a:pt x="467" y="2754"/>
                  </a:lnTo>
                  <a:lnTo>
                    <a:pt x="700" y="2940"/>
                  </a:lnTo>
                  <a:lnTo>
                    <a:pt x="980" y="3127"/>
                  </a:lnTo>
                  <a:lnTo>
                    <a:pt x="1260" y="3220"/>
                  </a:lnTo>
                  <a:lnTo>
                    <a:pt x="11385" y="3220"/>
                  </a:lnTo>
                  <a:lnTo>
                    <a:pt x="11525" y="3174"/>
                  </a:lnTo>
                  <a:lnTo>
                    <a:pt x="11712" y="3034"/>
                  </a:lnTo>
                  <a:lnTo>
                    <a:pt x="11805" y="2847"/>
                  </a:lnTo>
                  <a:lnTo>
                    <a:pt x="11852" y="2614"/>
                  </a:lnTo>
                  <a:lnTo>
                    <a:pt x="11805" y="2380"/>
                  </a:lnTo>
                  <a:lnTo>
                    <a:pt x="11665" y="2194"/>
                  </a:lnTo>
                  <a:lnTo>
                    <a:pt x="11479" y="2100"/>
                  </a:lnTo>
                  <a:lnTo>
                    <a:pt x="11339" y="2054"/>
                  </a:lnTo>
                  <a:lnTo>
                    <a:pt x="11199" y="2054"/>
                  </a:lnTo>
                  <a:lnTo>
                    <a:pt x="11199" y="1167"/>
                  </a:lnTo>
                  <a:lnTo>
                    <a:pt x="11245" y="1167"/>
                  </a:lnTo>
                  <a:lnTo>
                    <a:pt x="11525" y="1121"/>
                  </a:lnTo>
                  <a:lnTo>
                    <a:pt x="11712" y="981"/>
                  </a:lnTo>
                  <a:lnTo>
                    <a:pt x="11805" y="794"/>
                  </a:lnTo>
                  <a:lnTo>
                    <a:pt x="11852" y="561"/>
                  </a:lnTo>
                  <a:lnTo>
                    <a:pt x="11805" y="374"/>
                  </a:lnTo>
                  <a:lnTo>
                    <a:pt x="11712" y="187"/>
                  </a:lnTo>
                  <a:lnTo>
                    <a:pt x="11525" y="47"/>
                  </a:lnTo>
                  <a:lnTo>
                    <a:pt x="1124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61;p60">
              <a:extLst>
                <a:ext uri="{FF2B5EF4-FFF2-40B4-BE49-F238E27FC236}">
                  <a16:creationId xmlns:a16="http://schemas.microsoft.com/office/drawing/2014/main" id="{A4E1A645-31C6-DB49-CDB0-B304EADCF146}"/>
                </a:ext>
              </a:extLst>
            </p:cNvPr>
            <p:cNvSpPr/>
            <p:nvPr/>
          </p:nvSpPr>
          <p:spPr>
            <a:xfrm>
              <a:off x="4165775" y="1395250"/>
              <a:ext cx="50175" cy="50175"/>
            </a:xfrm>
            <a:custGeom>
              <a:avLst/>
              <a:gdLst/>
              <a:ahLst/>
              <a:cxnLst/>
              <a:rect l="l" t="t" r="r" b="b"/>
              <a:pathLst>
                <a:path w="2007" h="2007" extrusionOk="0">
                  <a:moveTo>
                    <a:pt x="840" y="0"/>
                  </a:moveTo>
                  <a:lnTo>
                    <a:pt x="747" y="47"/>
                  </a:lnTo>
                  <a:lnTo>
                    <a:pt x="700" y="94"/>
                  </a:lnTo>
                  <a:lnTo>
                    <a:pt x="700" y="140"/>
                  </a:lnTo>
                  <a:lnTo>
                    <a:pt x="700" y="234"/>
                  </a:lnTo>
                  <a:lnTo>
                    <a:pt x="700" y="327"/>
                  </a:lnTo>
                  <a:lnTo>
                    <a:pt x="747" y="374"/>
                  </a:lnTo>
                  <a:lnTo>
                    <a:pt x="840" y="420"/>
                  </a:lnTo>
                  <a:lnTo>
                    <a:pt x="887" y="420"/>
                  </a:lnTo>
                  <a:lnTo>
                    <a:pt x="1027" y="374"/>
                  </a:lnTo>
                  <a:lnTo>
                    <a:pt x="1167" y="420"/>
                  </a:lnTo>
                  <a:lnTo>
                    <a:pt x="1400" y="560"/>
                  </a:lnTo>
                  <a:lnTo>
                    <a:pt x="1587" y="747"/>
                  </a:lnTo>
                  <a:lnTo>
                    <a:pt x="1634" y="887"/>
                  </a:lnTo>
                  <a:lnTo>
                    <a:pt x="1634" y="1027"/>
                  </a:lnTo>
                  <a:lnTo>
                    <a:pt x="1587" y="1260"/>
                  </a:lnTo>
                  <a:lnTo>
                    <a:pt x="1447" y="1447"/>
                  </a:lnTo>
                  <a:lnTo>
                    <a:pt x="1260" y="1587"/>
                  </a:lnTo>
                  <a:lnTo>
                    <a:pt x="1027" y="1634"/>
                  </a:lnTo>
                  <a:lnTo>
                    <a:pt x="887" y="1634"/>
                  </a:lnTo>
                  <a:lnTo>
                    <a:pt x="747" y="1587"/>
                  </a:lnTo>
                  <a:lnTo>
                    <a:pt x="560" y="1400"/>
                  </a:lnTo>
                  <a:lnTo>
                    <a:pt x="420" y="1214"/>
                  </a:lnTo>
                  <a:lnTo>
                    <a:pt x="420" y="1074"/>
                  </a:lnTo>
                  <a:lnTo>
                    <a:pt x="374" y="934"/>
                  </a:lnTo>
                  <a:lnTo>
                    <a:pt x="374" y="887"/>
                  </a:lnTo>
                  <a:lnTo>
                    <a:pt x="374" y="794"/>
                  </a:lnTo>
                  <a:lnTo>
                    <a:pt x="280" y="747"/>
                  </a:lnTo>
                  <a:lnTo>
                    <a:pt x="140" y="747"/>
                  </a:lnTo>
                  <a:lnTo>
                    <a:pt x="94" y="794"/>
                  </a:lnTo>
                  <a:lnTo>
                    <a:pt x="47" y="840"/>
                  </a:lnTo>
                  <a:lnTo>
                    <a:pt x="1" y="934"/>
                  </a:lnTo>
                  <a:lnTo>
                    <a:pt x="1" y="1120"/>
                  </a:lnTo>
                  <a:lnTo>
                    <a:pt x="47" y="1354"/>
                  </a:lnTo>
                  <a:lnTo>
                    <a:pt x="140" y="1540"/>
                  </a:lnTo>
                  <a:lnTo>
                    <a:pt x="280" y="1680"/>
                  </a:lnTo>
                  <a:lnTo>
                    <a:pt x="420" y="1820"/>
                  </a:lnTo>
                  <a:lnTo>
                    <a:pt x="607" y="1914"/>
                  </a:lnTo>
                  <a:lnTo>
                    <a:pt x="794" y="2007"/>
                  </a:lnTo>
                  <a:lnTo>
                    <a:pt x="1214" y="2007"/>
                  </a:lnTo>
                  <a:lnTo>
                    <a:pt x="1400" y="1960"/>
                  </a:lnTo>
                  <a:lnTo>
                    <a:pt x="1587" y="1867"/>
                  </a:lnTo>
                  <a:lnTo>
                    <a:pt x="1727" y="1727"/>
                  </a:lnTo>
                  <a:lnTo>
                    <a:pt x="1867" y="1587"/>
                  </a:lnTo>
                  <a:lnTo>
                    <a:pt x="1960" y="1400"/>
                  </a:lnTo>
                  <a:lnTo>
                    <a:pt x="2007" y="1214"/>
                  </a:lnTo>
                  <a:lnTo>
                    <a:pt x="2007" y="1027"/>
                  </a:lnTo>
                  <a:lnTo>
                    <a:pt x="2007" y="794"/>
                  </a:lnTo>
                  <a:lnTo>
                    <a:pt x="1914" y="560"/>
                  </a:lnTo>
                  <a:lnTo>
                    <a:pt x="1820" y="420"/>
                  </a:lnTo>
                  <a:lnTo>
                    <a:pt x="1680" y="234"/>
                  </a:lnTo>
                  <a:lnTo>
                    <a:pt x="1494" y="140"/>
                  </a:lnTo>
                  <a:lnTo>
                    <a:pt x="1260" y="47"/>
                  </a:lnTo>
                  <a:lnTo>
                    <a:pt x="10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62;p60">
              <a:extLst>
                <a:ext uri="{FF2B5EF4-FFF2-40B4-BE49-F238E27FC236}">
                  <a16:creationId xmlns:a16="http://schemas.microsoft.com/office/drawing/2014/main" id="{0E8D54D5-E411-7465-D7E8-A3E02B28E4E4}"/>
                </a:ext>
              </a:extLst>
            </p:cNvPr>
            <p:cNvSpPr/>
            <p:nvPr/>
          </p:nvSpPr>
          <p:spPr>
            <a:xfrm>
              <a:off x="4081775" y="1297275"/>
              <a:ext cx="218175" cy="246150"/>
            </a:xfrm>
            <a:custGeom>
              <a:avLst/>
              <a:gdLst/>
              <a:ahLst/>
              <a:cxnLst/>
              <a:rect l="l" t="t" r="r" b="b"/>
              <a:pathLst>
                <a:path w="8727" h="9846" extrusionOk="0">
                  <a:moveTo>
                    <a:pt x="3407" y="980"/>
                  </a:moveTo>
                  <a:lnTo>
                    <a:pt x="3500" y="1027"/>
                  </a:lnTo>
                  <a:lnTo>
                    <a:pt x="3547" y="1167"/>
                  </a:lnTo>
                  <a:lnTo>
                    <a:pt x="3500" y="1260"/>
                  </a:lnTo>
                  <a:lnTo>
                    <a:pt x="3407" y="1306"/>
                  </a:lnTo>
                  <a:lnTo>
                    <a:pt x="3361" y="1353"/>
                  </a:lnTo>
                  <a:lnTo>
                    <a:pt x="3267" y="1306"/>
                  </a:lnTo>
                  <a:lnTo>
                    <a:pt x="3221" y="1260"/>
                  </a:lnTo>
                  <a:lnTo>
                    <a:pt x="3174" y="1167"/>
                  </a:lnTo>
                  <a:lnTo>
                    <a:pt x="3221" y="1027"/>
                  </a:lnTo>
                  <a:lnTo>
                    <a:pt x="3267" y="980"/>
                  </a:lnTo>
                  <a:close/>
                  <a:moveTo>
                    <a:pt x="4527" y="420"/>
                  </a:moveTo>
                  <a:lnTo>
                    <a:pt x="4667" y="513"/>
                  </a:lnTo>
                  <a:lnTo>
                    <a:pt x="4900" y="747"/>
                  </a:lnTo>
                  <a:lnTo>
                    <a:pt x="5134" y="1073"/>
                  </a:lnTo>
                  <a:lnTo>
                    <a:pt x="5320" y="1446"/>
                  </a:lnTo>
                  <a:lnTo>
                    <a:pt x="5507" y="1866"/>
                  </a:lnTo>
                  <a:lnTo>
                    <a:pt x="5600" y="2240"/>
                  </a:lnTo>
                  <a:lnTo>
                    <a:pt x="4994" y="2473"/>
                  </a:lnTo>
                  <a:lnTo>
                    <a:pt x="4387" y="2753"/>
                  </a:lnTo>
                  <a:lnTo>
                    <a:pt x="3734" y="2473"/>
                  </a:lnTo>
                  <a:lnTo>
                    <a:pt x="3127" y="2240"/>
                  </a:lnTo>
                  <a:lnTo>
                    <a:pt x="3314" y="1726"/>
                  </a:lnTo>
                  <a:lnTo>
                    <a:pt x="3500" y="1726"/>
                  </a:lnTo>
                  <a:lnTo>
                    <a:pt x="3640" y="1633"/>
                  </a:lnTo>
                  <a:lnTo>
                    <a:pt x="3780" y="1540"/>
                  </a:lnTo>
                  <a:lnTo>
                    <a:pt x="3874" y="1400"/>
                  </a:lnTo>
                  <a:lnTo>
                    <a:pt x="3920" y="1260"/>
                  </a:lnTo>
                  <a:lnTo>
                    <a:pt x="3920" y="1073"/>
                  </a:lnTo>
                  <a:lnTo>
                    <a:pt x="3874" y="933"/>
                  </a:lnTo>
                  <a:lnTo>
                    <a:pt x="3780" y="793"/>
                  </a:lnTo>
                  <a:lnTo>
                    <a:pt x="3920" y="607"/>
                  </a:lnTo>
                  <a:lnTo>
                    <a:pt x="4107" y="467"/>
                  </a:lnTo>
                  <a:lnTo>
                    <a:pt x="4247" y="420"/>
                  </a:lnTo>
                  <a:close/>
                  <a:moveTo>
                    <a:pt x="3034" y="2660"/>
                  </a:moveTo>
                  <a:lnTo>
                    <a:pt x="3920" y="2986"/>
                  </a:lnTo>
                  <a:lnTo>
                    <a:pt x="2894" y="3546"/>
                  </a:lnTo>
                  <a:lnTo>
                    <a:pt x="3034" y="2660"/>
                  </a:lnTo>
                  <a:close/>
                  <a:moveTo>
                    <a:pt x="5694" y="2660"/>
                  </a:moveTo>
                  <a:lnTo>
                    <a:pt x="5834" y="3546"/>
                  </a:lnTo>
                  <a:lnTo>
                    <a:pt x="4807" y="2986"/>
                  </a:lnTo>
                  <a:lnTo>
                    <a:pt x="5694" y="2660"/>
                  </a:lnTo>
                  <a:close/>
                  <a:moveTo>
                    <a:pt x="1494" y="2333"/>
                  </a:moveTo>
                  <a:lnTo>
                    <a:pt x="2054" y="2380"/>
                  </a:lnTo>
                  <a:lnTo>
                    <a:pt x="2661" y="2520"/>
                  </a:lnTo>
                  <a:lnTo>
                    <a:pt x="2567" y="3173"/>
                  </a:lnTo>
                  <a:lnTo>
                    <a:pt x="2474" y="3826"/>
                  </a:lnTo>
                  <a:lnTo>
                    <a:pt x="1914" y="4246"/>
                  </a:lnTo>
                  <a:lnTo>
                    <a:pt x="1447" y="4666"/>
                  </a:lnTo>
                  <a:lnTo>
                    <a:pt x="1027" y="4199"/>
                  </a:lnTo>
                  <a:lnTo>
                    <a:pt x="748" y="3873"/>
                  </a:lnTo>
                  <a:lnTo>
                    <a:pt x="608" y="3593"/>
                  </a:lnTo>
                  <a:lnTo>
                    <a:pt x="468" y="3313"/>
                  </a:lnTo>
                  <a:lnTo>
                    <a:pt x="421" y="3080"/>
                  </a:lnTo>
                  <a:lnTo>
                    <a:pt x="374" y="2893"/>
                  </a:lnTo>
                  <a:lnTo>
                    <a:pt x="421" y="2753"/>
                  </a:lnTo>
                  <a:lnTo>
                    <a:pt x="514" y="2613"/>
                  </a:lnTo>
                  <a:lnTo>
                    <a:pt x="654" y="2473"/>
                  </a:lnTo>
                  <a:lnTo>
                    <a:pt x="794" y="2426"/>
                  </a:lnTo>
                  <a:lnTo>
                    <a:pt x="981" y="2380"/>
                  </a:lnTo>
                  <a:lnTo>
                    <a:pt x="1494" y="2333"/>
                  </a:lnTo>
                  <a:close/>
                  <a:moveTo>
                    <a:pt x="7700" y="2333"/>
                  </a:moveTo>
                  <a:lnTo>
                    <a:pt x="7933" y="2426"/>
                  </a:lnTo>
                  <a:lnTo>
                    <a:pt x="8120" y="2520"/>
                  </a:lnTo>
                  <a:lnTo>
                    <a:pt x="8260" y="2613"/>
                  </a:lnTo>
                  <a:lnTo>
                    <a:pt x="8307" y="2753"/>
                  </a:lnTo>
                  <a:lnTo>
                    <a:pt x="8353" y="2940"/>
                  </a:lnTo>
                  <a:lnTo>
                    <a:pt x="8353" y="3080"/>
                  </a:lnTo>
                  <a:lnTo>
                    <a:pt x="8260" y="3313"/>
                  </a:lnTo>
                  <a:lnTo>
                    <a:pt x="8073" y="3733"/>
                  </a:lnTo>
                  <a:lnTo>
                    <a:pt x="7747" y="4199"/>
                  </a:lnTo>
                  <a:lnTo>
                    <a:pt x="7327" y="4666"/>
                  </a:lnTo>
                  <a:lnTo>
                    <a:pt x="6813" y="4246"/>
                  </a:lnTo>
                  <a:lnTo>
                    <a:pt x="6253" y="3826"/>
                  </a:lnTo>
                  <a:lnTo>
                    <a:pt x="6207" y="3173"/>
                  </a:lnTo>
                  <a:lnTo>
                    <a:pt x="6067" y="2520"/>
                  </a:lnTo>
                  <a:lnTo>
                    <a:pt x="6673" y="2380"/>
                  </a:lnTo>
                  <a:lnTo>
                    <a:pt x="7093" y="2333"/>
                  </a:lnTo>
                  <a:close/>
                  <a:moveTo>
                    <a:pt x="2427" y="4339"/>
                  </a:moveTo>
                  <a:lnTo>
                    <a:pt x="2427" y="5506"/>
                  </a:lnTo>
                  <a:lnTo>
                    <a:pt x="1727" y="4946"/>
                  </a:lnTo>
                  <a:lnTo>
                    <a:pt x="2427" y="4339"/>
                  </a:lnTo>
                  <a:close/>
                  <a:moveTo>
                    <a:pt x="6300" y="4339"/>
                  </a:moveTo>
                  <a:lnTo>
                    <a:pt x="7000" y="4946"/>
                  </a:lnTo>
                  <a:lnTo>
                    <a:pt x="6300" y="5506"/>
                  </a:lnTo>
                  <a:lnTo>
                    <a:pt x="6300" y="4339"/>
                  </a:lnTo>
                  <a:close/>
                  <a:moveTo>
                    <a:pt x="8120" y="5739"/>
                  </a:moveTo>
                  <a:lnTo>
                    <a:pt x="8260" y="5786"/>
                  </a:lnTo>
                  <a:lnTo>
                    <a:pt x="8307" y="5833"/>
                  </a:lnTo>
                  <a:lnTo>
                    <a:pt x="8353" y="5973"/>
                  </a:lnTo>
                  <a:lnTo>
                    <a:pt x="8307" y="6066"/>
                  </a:lnTo>
                  <a:lnTo>
                    <a:pt x="8213" y="6113"/>
                  </a:lnTo>
                  <a:lnTo>
                    <a:pt x="8073" y="6113"/>
                  </a:lnTo>
                  <a:lnTo>
                    <a:pt x="8027" y="6066"/>
                  </a:lnTo>
                  <a:lnTo>
                    <a:pt x="7980" y="5973"/>
                  </a:lnTo>
                  <a:lnTo>
                    <a:pt x="7980" y="5833"/>
                  </a:lnTo>
                  <a:lnTo>
                    <a:pt x="8120" y="5739"/>
                  </a:lnTo>
                  <a:close/>
                  <a:moveTo>
                    <a:pt x="4387" y="3173"/>
                  </a:moveTo>
                  <a:lnTo>
                    <a:pt x="5134" y="3593"/>
                  </a:lnTo>
                  <a:lnTo>
                    <a:pt x="5880" y="4059"/>
                  </a:lnTo>
                  <a:lnTo>
                    <a:pt x="5927" y="4946"/>
                  </a:lnTo>
                  <a:lnTo>
                    <a:pt x="5880" y="5786"/>
                  </a:lnTo>
                  <a:lnTo>
                    <a:pt x="5134" y="6253"/>
                  </a:lnTo>
                  <a:lnTo>
                    <a:pt x="4387" y="6672"/>
                  </a:lnTo>
                  <a:lnTo>
                    <a:pt x="3594" y="6253"/>
                  </a:lnTo>
                  <a:lnTo>
                    <a:pt x="2847" y="5786"/>
                  </a:lnTo>
                  <a:lnTo>
                    <a:pt x="2847" y="4946"/>
                  </a:lnTo>
                  <a:lnTo>
                    <a:pt x="2847" y="4059"/>
                  </a:lnTo>
                  <a:lnTo>
                    <a:pt x="3594" y="3593"/>
                  </a:lnTo>
                  <a:lnTo>
                    <a:pt x="4387" y="3173"/>
                  </a:lnTo>
                  <a:close/>
                  <a:moveTo>
                    <a:pt x="2894" y="6299"/>
                  </a:moveTo>
                  <a:lnTo>
                    <a:pt x="3407" y="6626"/>
                  </a:lnTo>
                  <a:lnTo>
                    <a:pt x="3920" y="6906"/>
                  </a:lnTo>
                  <a:lnTo>
                    <a:pt x="3034" y="7232"/>
                  </a:lnTo>
                  <a:lnTo>
                    <a:pt x="2894" y="6299"/>
                  </a:lnTo>
                  <a:close/>
                  <a:moveTo>
                    <a:pt x="5834" y="6299"/>
                  </a:moveTo>
                  <a:lnTo>
                    <a:pt x="5694" y="7232"/>
                  </a:lnTo>
                  <a:lnTo>
                    <a:pt x="4807" y="6906"/>
                  </a:lnTo>
                  <a:lnTo>
                    <a:pt x="5834" y="6299"/>
                  </a:lnTo>
                  <a:close/>
                  <a:moveTo>
                    <a:pt x="1447" y="5179"/>
                  </a:moveTo>
                  <a:lnTo>
                    <a:pt x="1914" y="5599"/>
                  </a:lnTo>
                  <a:lnTo>
                    <a:pt x="2474" y="6019"/>
                  </a:lnTo>
                  <a:lnTo>
                    <a:pt x="2567" y="6719"/>
                  </a:lnTo>
                  <a:lnTo>
                    <a:pt x="2661" y="7326"/>
                  </a:lnTo>
                  <a:lnTo>
                    <a:pt x="2147" y="7466"/>
                  </a:lnTo>
                  <a:lnTo>
                    <a:pt x="2007" y="7326"/>
                  </a:lnTo>
                  <a:lnTo>
                    <a:pt x="1914" y="7186"/>
                  </a:lnTo>
                  <a:lnTo>
                    <a:pt x="1727" y="7139"/>
                  </a:lnTo>
                  <a:lnTo>
                    <a:pt x="1587" y="7139"/>
                  </a:lnTo>
                  <a:lnTo>
                    <a:pt x="1401" y="7186"/>
                  </a:lnTo>
                  <a:lnTo>
                    <a:pt x="1261" y="7232"/>
                  </a:lnTo>
                  <a:lnTo>
                    <a:pt x="1167" y="7372"/>
                  </a:lnTo>
                  <a:lnTo>
                    <a:pt x="1074" y="7512"/>
                  </a:lnTo>
                  <a:lnTo>
                    <a:pt x="841" y="7466"/>
                  </a:lnTo>
                  <a:lnTo>
                    <a:pt x="654" y="7372"/>
                  </a:lnTo>
                  <a:lnTo>
                    <a:pt x="514" y="7279"/>
                  </a:lnTo>
                  <a:lnTo>
                    <a:pt x="468" y="7186"/>
                  </a:lnTo>
                  <a:lnTo>
                    <a:pt x="421" y="7046"/>
                  </a:lnTo>
                  <a:lnTo>
                    <a:pt x="374" y="6906"/>
                  </a:lnTo>
                  <a:lnTo>
                    <a:pt x="468" y="6579"/>
                  </a:lnTo>
                  <a:lnTo>
                    <a:pt x="654" y="6206"/>
                  </a:lnTo>
                  <a:lnTo>
                    <a:pt x="887" y="5833"/>
                  </a:lnTo>
                  <a:lnTo>
                    <a:pt x="1167" y="5506"/>
                  </a:lnTo>
                  <a:lnTo>
                    <a:pt x="1447" y="5179"/>
                  </a:lnTo>
                  <a:close/>
                  <a:moveTo>
                    <a:pt x="7327" y="5179"/>
                  </a:moveTo>
                  <a:lnTo>
                    <a:pt x="7700" y="5599"/>
                  </a:lnTo>
                  <a:lnTo>
                    <a:pt x="7607" y="5786"/>
                  </a:lnTo>
                  <a:lnTo>
                    <a:pt x="7560" y="5926"/>
                  </a:lnTo>
                  <a:lnTo>
                    <a:pt x="7607" y="6113"/>
                  </a:lnTo>
                  <a:lnTo>
                    <a:pt x="7653" y="6253"/>
                  </a:lnTo>
                  <a:lnTo>
                    <a:pt x="7793" y="6346"/>
                  </a:lnTo>
                  <a:lnTo>
                    <a:pt x="7933" y="6439"/>
                  </a:lnTo>
                  <a:lnTo>
                    <a:pt x="8073" y="6486"/>
                  </a:lnTo>
                  <a:lnTo>
                    <a:pt x="8260" y="6486"/>
                  </a:lnTo>
                  <a:lnTo>
                    <a:pt x="8353" y="6719"/>
                  </a:lnTo>
                  <a:lnTo>
                    <a:pt x="8353" y="6906"/>
                  </a:lnTo>
                  <a:lnTo>
                    <a:pt x="8353" y="7092"/>
                  </a:lnTo>
                  <a:lnTo>
                    <a:pt x="8260" y="7186"/>
                  </a:lnTo>
                  <a:lnTo>
                    <a:pt x="8167" y="7326"/>
                  </a:lnTo>
                  <a:lnTo>
                    <a:pt x="8073" y="7419"/>
                  </a:lnTo>
                  <a:lnTo>
                    <a:pt x="7747" y="7512"/>
                  </a:lnTo>
                  <a:lnTo>
                    <a:pt x="6907" y="7512"/>
                  </a:lnTo>
                  <a:lnTo>
                    <a:pt x="6487" y="7419"/>
                  </a:lnTo>
                  <a:lnTo>
                    <a:pt x="6067" y="7326"/>
                  </a:lnTo>
                  <a:lnTo>
                    <a:pt x="6207" y="6719"/>
                  </a:lnTo>
                  <a:lnTo>
                    <a:pt x="6253" y="6019"/>
                  </a:lnTo>
                  <a:lnTo>
                    <a:pt x="6813" y="5599"/>
                  </a:lnTo>
                  <a:lnTo>
                    <a:pt x="7327" y="5179"/>
                  </a:lnTo>
                  <a:close/>
                  <a:moveTo>
                    <a:pt x="1634" y="7512"/>
                  </a:moveTo>
                  <a:lnTo>
                    <a:pt x="1727" y="7606"/>
                  </a:lnTo>
                  <a:lnTo>
                    <a:pt x="1774" y="7699"/>
                  </a:lnTo>
                  <a:lnTo>
                    <a:pt x="1774" y="7792"/>
                  </a:lnTo>
                  <a:lnTo>
                    <a:pt x="1681" y="7886"/>
                  </a:lnTo>
                  <a:lnTo>
                    <a:pt x="1541" y="7886"/>
                  </a:lnTo>
                  <a:lnTo>
                    <a:pt x="1447" y="7792"/>
                  </a:lnTo>
                  <a:lnTo>
                    <a:pt x="1447" y="7652"/>
                  </a:lnTo>
                  <a:lnTo>
                    <a:pt x="1447" y="7606"/>
                  </a:lnTo>
                  <a:lnTo>
                    <a:pt x="1541" y="7559"/>
                  </a:lnTo>
                  <a:lnTo>
                    <a:pt x="1634" y="7512"/>
                  </a:lnTo>
                  <a:close/>
                  <a:moveTo>
                    <a:pt x="4387" y="7092"/>
                  </a:moveTo>
                  <a:lnTo>
                    <a:pt x="4994" y="7372"/>
                  </a:lnTo>
                  <a:lnTo>
                    <a:pt x="5600" y="7606"/>
                  </a:lnTo>
                  <a:lnTo>
                    <a:pt x="5414" y="8212"/>
                  </a:lnTo>
                  <a:lnTo>
                    <a:pt x="5274" y="8586"/>
                  </a:lnTo>
                  <a:lnTo>
                    <a:pt x="5087" y="8866"/>
                  </a:lnTo>
                  <a:lnTo>
                    <a:pt x="4947" y="9099"/>
                  </a:lnTo>
                  <a:lnTo>
                    <a:pt x="4760" y="9285"/>
                  </a:lnTo>
                  <a:lnTo>
                    <a:pt x="4620" y="9379"/>
                  </a:lnTo>
                  <a:lnTo>
                    <a:pt x="4434" y="9425"/>
                  </a:lnTo>
                  <a:lnTo>
                    <a:pt x="4294" y="9425"/>
                  </a:lnTo>
                  <a:lnTo>
                    <a:pt x="4107" y="9379"/>
                  </a:lnTo>
                  <a:lnTo>
                    <a:pt x="3967" y="9285"/>
                  </a:lnTo>
                  <a:lnTo>
                    <a:pt x="3827" y="9145"/>
                  </a:lnTo>
                  <a:lnTo>
                    <a:pt x="3547" y="8726"/>
                  </a:lnTo>
                  <a:lnTo>
                    <a:pt x="3314" y="8212"/>
                  </a:lnTo>
                  <a:lnTo>
                    <a:pt x="3127" y="7606"/>
                  </a:lnTo>
                  <a:lnTo>
                    <a:pt x="3734" y="7372"/>
                  </a:lnTo>
                  <a:lnTo>
                    <a:pt x="4387" y="7092"/>
                  </a:lnTo>
                  <a:close/>
                  <a:moveTo>
                    <a:pt x="4387" y="0"/>
                  </a:moveTo>
                  <a:lnTo>
                    <a:pt x="4247" y="47"/>
                  </a:lnTo>
                  <a:lnTo>
                    <a:pt x="4060" y="47"/>
                  </a:lnTo>
                  <a:lnTo>
                    <a:pt x="3920" y="140"/>
                  </a:lnTo>
                  <a:lnTo>
                    <a:pt x="3734" y="233"/>
                  </a:lnTo>
                  <a:lnTo>
                    <a:pt x="3594" y="373"/>
                  </a:lnTo>
                  <a:lnTo>
                    <a:pt x="3454" y="560"/>
                  </a:lnTo>
                  <a:lnTo>
                    <a:pt x="3267" y="560"/>
                  </a:lnTo>
                  <a:lnTo>
                    <a:pt x="3081" y="653"/>
                  </a:lnTo>
                  <a:lnTo>
                    <a:pt x="2941" y="747"/>
                  </a:lnTo>
                  <a:lnTo>
                    <a:pt x="2847" y="887"/>
                  </a:lnTo>
                  <a:lnTo>
                    <a:pt x="2801" y="1073"/>
                  </a:lnTo>
                  <a:lnTo>
                    <a:pt x="2754" y="1213"/>
                  </a:lnTo>
                  <a:lnTo>
                    <a:pt x="2847" y="1400"/>
                  </a:lnTo>
                  <a:lnTo>
                    <a:pt x="2941" y="1540"/>
                  </a:lnTo>
                  <a:lnTo>
                    <a:pt x="2754" y="2146"/>
                  </a:lnTo>
                  <a:lnTo>
                    <a:pt x="2241" y="2006"/>
                  </a:lnTo>
                  <a:lnTo>
                    <a:pt x="1774" y="1960"/>
                  </a:lnTo>
                  <a:lnTo>
                    <a:pt x="1401" y="1913"/>
                  </a:lnTo>
                  <a:lnTo>
                    <a:pt x="1027" y="1960"/>
                  </a:lnTo>
                  <a:lnTo>
                    <a:pt x="701" y="2006"/>
                  </a:lnTo>
                  <a:lnTo>
                    <a:pt x="468" y="2146"/>
                  </a:lnTo>
                  <a:lnTo>
                    <a:pt x="281" y="2286"/>
                  </a:lnTo>
                  <a:lnTo>
                    <a:pt x="94" y="2473"/>
                  </a:lnTo>
                  <a:lnTo>
                    <a:pt x="48" y="2706"/>
                  </a:lnTo>
                  <a:lnTo>
                    <a:pt x="1" y="2940"/>
                  </a:lnTo>
                  <a:lnTo>
                    <a:pt x="48" y="3220"/>
                  </a:lnTo>
                  <a:lnTo>
                    <a:pt x="141" y="3500"/>
                  </a:lnTo>
                  <a:lnTo>
                    <a:pt x="281" y="3826"/>
                  </a:lnTo>
                  <a:lnTo>
                    <a:pt x="514" y="4199"/>
                  </a:lnTo>
                  <a:lnTo>
                    <a:pt x="794" y="4573"/>
                  </a:lnTo>
                  <a:lnTo>
                    <a:pt x="1167" y="4946"/>
                  </a:lnTo>
                  <a:lnTo>
                    <a:pt x="701" y="5413"/>
                  </a:lnTo>
                  <a:lnTo>
                    <a:pt x="374" y="5833"/>
                  </a:lnTo>
                  <a:lnTo>
                    <a:pt x="141" y="6253"/>
                  </a:lnTo>
                  <a:lnTo>
                    <a:pt x="48" y="6672"/>
                  </a:lnTo>
                  <a:lnTo>
                    <a:pt x="1" y="7046"/>
                  </a:lnTo>
                  <a:lnTo>
                    <a:pt x="48" y="7186"/>
                  </a:lnTo>
                  <a:lnTo>
                    <a:pt x="94" y="7372"/>
                  </a:lnTo>
                  <a:lnTo>
                    <a:pt x="188" y="7512"/>
                  </a:lnTo>
                  <a:lnTo>
                    <a:pt x="281" y="7606"/>
                  </a:lnTo>
                  <a:lnTo>
                    <a:pt x="468" y="7699"/>
                  </a:lnTo>
                  <a:lnTo>
                    <a:pt x="608" y="7792"/>
                  </a:lnTo>
                  <a:lnTo>
                    <a:pt x="841" y="7886"/>
                  </a:lnTo>
                  <a:lnTo>
                    <a:pt x="1074" y="7886"/>
                  </a:lnTo>
                  <a:lnTo>
                    <a:pt x="1167" y="8072"/>
                  </a:lnTo>
                  <a:lnTo>
                    <a:pt x="1307" y="8212"/>
                  </a:lnTo>
                  <a:lnTo>
                    <a:pt x="1447" y="8259"/>
                  </a:lnTo>
                  <a:lnTo>
                    <a:pt x="1821" y="8259"/>
                  </a:lnTo>
                  <a:lnTo>
                    <a:pt x="1961" y="8166"/>
                  </a:lnTo>
                  <a:lnTo>
                    <a:pt x="2101" y="8026"/>
                  </a:lnTo>
                  <a:lnTo>
                    <a:pt x="2147" y="7839"/>
                  </a:lnTo>
                  <a:lnTo>
                    <a:pt x="2754" y="7699"/>
                  </a:lnTo>
                  <a:lnTo>
                    <a:pt x="2894" y="8212"/>
                  </a:lnTo>
                  <a:lnTo>
                    <a:pt x="3081" y="8632"/>
                  </a:lnTo>
                  <a:lnTo>
                    <a:pt x="3267" y="9005"/>
                  </a:lnTo>
                  <a:lnTo>
                    <a:pt x="3454" y="9332"/>
                  </a:lnTo>
                  <a:lnTo>
                    <a:pt x="3687" y="9565"/>
                  </a:lnTo>
                  <a:lnTo>
                    <a:pt x="3920" y="9705"/>
                  </a:lnTo>
                  <a:lnTo>
                    <a:pt x="4154" y="9799"/>
                  </a:lnTo>
                  <a:lnTo>
                    <a:pt x="4387" y="9845"/>
                  </a:lnTo>
                  <a:lnTo>
                    <a:pt x="4620" y="9799"/>
                  </a:lnTo>
                  <a:lnTo>
                    <a:pt x="4854" y="9705"/>
                  </a:lnTo>
                  <a:lnTo>
                    <a:pt x="5040" y="9565"/>
                  </a:lnTo>
                  <a:lnTo>
                    <a:pt x="5274" y="9332"/>
                  </a:lnTo>
                  <a:lnTo>
                    <a:pt x="5460" y="9005"/>
                  </a:lnTo>
                  <a:lnTo>
                    <a:pt x="5647" y="8632"/>
                  </a:lnTo>
                  <a:lnTo>
                    <a:pt x="5834" y="8212"/>
                  </a:lnTo>
                  <a:lnTo>
                    <a:pt x="5974" y="7699"/>
                  </a:lnTo>
                  <a:lnTo>
                    <a:pt x="6673" y="7886"/>
                  </a:lnTo>
                  <a:lnTo>
                    <a:pt x="7000" y="7932"/>
                  </a:lnTo>
                  <a:lnTo>
                    <a:pt x="7327" y="7932"/>
                  </a:lnTo>
                  <a:lnTo>
                    <a:pt x="7747" y="7886"/>
                  </a:lnTo>
                  <a:lnTo>
                    <a:pt x="8073" y="7792"/>
                  </a:lnTo>
                  <a:lnTo>
                    <a:pt x="8353" y="7652"/>
                  </a:lnTo>
                  <a:lnTo>
                    <a:pt x="8587" y="7466"/>
                  </a:lnTo>
                  <a:lnTo>
                    <a:pt x="8680" y="7232"/>
                  </a:lnTo>
                  <a:lnTo>
                    <a:pt x="8726" y="6952"/>
                  </a:lnTo>
                  <a:lnTo>
                    <a:pt x="8726" y="6626"/>
                  </a:lnTo>
                  <a:lnTo>
                    <a:pt x="8587" y="6299"/>
                  </a:lnTo>
                  <a:lnTo>
                    <a:pt x="8680" y="6113"/>
                  </a:lnTo>
                  <a:lnTo>
                    <a:pt x="8726" y="5973"/>
                  </a:lnTo>
                  <a:lnTo>
                    <a:pt x="8726" y="5786"/>
                  </a:lnTo>
                  <a:lnTo>
                    <a:pt x="8633" y="5599"/>
                  </a:lnTo>
                  <a:lnTo>
                    <a:pt x="8540" y="5506"/>
                  </a:lnTo>
                  <a:lnTo>
                    <a:pt x="8353" y="5413"/>
                  </a:lnTo>
                  <a:lnTo>
                    <a:pt x="8213" y="5366"/>
                  </a:lnTo>
                  <a:lnTo>
                    <a:pt x="8027" y="5366"/>
                  </a:lnTo>
                  <a:lnTo>
                    <a:pt x="7607" y="4946"/>
                  </a:lnTo>
                  <a:lnTo>
                    <a:pt x="7933" y="4573"/>
                  </a:lnTo>
                  <a:lnTo>
                    <a:pt x="8260" y="4199"/>
                  </a:lnTo>
                  <a:lnTo>
                    <a:pt x="8447" y="3826"/>
                  </a:lnTo>
                  <a:lnTo>
                    <a:pt x="8633" y="3500"/>
                  </a:lnTo>
                  <a:lnTo>
                    <a:pt x="8726" y="3220"/>
                  </a:lnTo>
                  <a:lnTo>
                    <a:pt x="8726" y="2940"/>
                  </a:lnTo>
                  <a:lnTo>
                    <a:pt x="8726" y="2706"/>
                  </a:lnTo>
                  <a:lnTo>
                    <a:pt x="8633" y="2473"/>
                  </a:lnTo>
                  <a:lnTo>
                    <a:pt x="8493" y="2286"/>
                  </a:lnTo>
                  <a:lnTo>
                    <a:pt x="8260" y="2146"/>
                  </a:lnTo>
                  <a:lnTo>
                    <a:pt x="8027" y="2006"/>
                  </a:lnTo>
                  <a:lnTo>
                    <a:pt x="7700" y="1960"/>
                  </a:lnTo>
                  <a:lnTo>
                    <a:pt x="7373" y="1913"/>
                  </a:lnTo>
                  <a:lnTo>
                    <a:pt x="6953" y="1960"/>
                  </a:lnTo>
                  <a:lnTo>
                    <a:pt x="6487" y="2006"/>
                  </a:lnTo>
                  <a:lnTo>
                    <a:pt x="5974" y="2146"/>
                  </a:lnTo>
                  <a:lnTo>
                    <a:pt x="5787" y="1540"/>
                  </a:lnTo>
                  <a:lnTo>
                    <a:pt x="5554" y="1027"/>
                  </a:lnTo>
                  <a:lnTo>
                    <a:pt x="5320" y="607"/>
                  </a:lnTo>
                  <a:lnTo>
                    <a:pt x="5040" y="280"/>
                  </a:lnTo>
                  <a:lnTo>
                    <a:pt x="4714" y="93"/>
                  </a:lnTo>
                  <a:lnTo>
                    <a:pt x="4574" y="47"/>
                  </a:lnTo>
                  <a:lnTo>
                    <a:pt x="43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63;p60">
              <a:extLst>
                <a:ext uri="{FF2B5EF4-FFF2-40B4-BE49-F238E27FC236}">
                  <a16:creationId xmlns:a16="http://schemas.microsoft.com/office/drawing/2014/main" id="{28BCC63F-8720-0C83-FA27-791CF3C4393D}"/>
                </a:ext>
              </a:extLst>
            </p:cNvPr>
            <p:cNvSpPr/>
            <p:nvPr/>
          </p:nvSpPr>
          <p:spPr>
            <a:xfrm>
              <a:off x="4329100" y="1396425"/>
              <a:ext cx="10500" cy="17525"/>
            </a:xfrm>
            <a:custGeom>
              <a:avLst/>
              <a:gdLst/>
              <a:ahLst/>
              <a:cxnLst/>
              <a:rect l="l" t="t" r="r" b="b"/>
              <a:pathLst>
                <a:path w="420" h="701" extrusionOk="0">
                  <a:moveTo>
                    <a:pt x="140" y="0"/>
                  </a:moveTo>
                  <a:lnTo>
                    <a:pt x="93" y="47"/>
                  </a:lnTo>
                  <a:lnTo>
                    <a:pt x="47" y="93"/>
                  </a:lnTo>
                  <a:lnTo>
                    <a:pt x="0" y="187"/>
                  </a:lnTo>
                  <a:lnTo>
                    <a:pt x="0" y="467"/>
                  </a:lnTo>
                  <a:lnTo>
                    <a:pt x="47" y="560"/>
                  </a:lnTo>
                  <a:lnTo>
                    <a:pt x="93" y="653"/>
                  </a:lnTo>
                  <a:lnTo>
                    <a:pt x="233" y="700"/>
                  </a:lnTo>
                  <a:lnTo>
                    <a:pt x="327" y="653"/>
                  </a:lnTo>
                  <a:lnTo>
                    <a:pt x="373" y="560"/>
                  </a:lnTo>
                  <a:lnTo>
                    <a:pt x="420" y="467"/>
                  </a:lnTo>
                  <a:lnTo>
                    <a:pt x="420" y="187"/>
                  </a:lnTo>
                  <a:lnTo>
                    <a:pt x="373" y="93"/>
                  </a:lnTo>
                  <a:lnTo>
                    <a:pt x="373" y="47"/>
                  </a:lnTo>
                  <a:lnTo>
                    <a:pt x="2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64;p60">
              <a:extLst>
                <a:ext uri="{FF2B5EF4-FFF2-40B4-BE49-F238E27FC236}">
                  <a16:creationId xmlns:a16="http://schemas.microsoft.com/office/drawing/2014/main" id="{F5DEA32D-AF95-090B-D09E-86579C679800}"/>
                </a:ext>
              </a:extLst>
            </p:cNvPr>
            <p:cNvSpPr/>
            <p:nvPr/>
          </p:nvSpPr>
          <p:spPr>
            <a:xfrm>
              <a:off x="4329100" y="1427900"/>
              <a:ext cx="10500" cy="17525"/>
            </a:xfrm>
            <a:custGeom>
              <a:avLst/>
              <a:gdLst/>
              <a:ahLst/>
              <a:cxnLst/>
              <a:rect l="l" t="t" r="r" b="b"/>
              <a:pathLst>
                <a:path w="420" h="701" extrusionOk="0">
                  <a:moveTo>
                    <a:pt x="140" y="1"/>
                  </a:moveTo>
                  <a:lnTo>
                    <a:pt x="93" y="48"/>
                  </a:lnTo>
                  <a:lnTo>
                    <a:pt x="47" y="94"/>
                  </a:lnTo>
                  <a:lnTo>
                    <a:pt x="0" y="188"/>
                  </a:lnTo>
                  <a:lnTo>
                    <a:pt x="0" y="514"/>
                  </a:lnTo>
                  <a:lnTo>
                    <a:pt x="47" y="561"/>
                  </a:lnTo>
                  <a:lnTo>
                    <a:pt x="93" y="654"/>
                  </a:lnTo>
                  <a:lnTo>
                    <a:pt x="233" y="701"/>
                  </a:lnTo>
                  <a:lnTo>
                    <a:pt x="327" y="654"/>
                  </a:lnTo>
                  <a:lnTo>
                    <a:pt x="373" y="561"/>
                  </a:lnTo>
                  <a:lnTo>
                    <a:pt x="420" y="514"/>
                  </a:lnTo>
                  <a:lnTo>
                    <a:pt x="420" y="188"/>
                  </a:lnTo>
                  <a:lnTo>
                    <a:pt x="373" y="94"/>
                  </a:lnTo>
                  <a:lnTo>
                    <a:pt x="373" y="48"/>
                  </a:lnTo>
                  <a:lnTo>
                    <a:pt x="2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65;p60">
              <a:extLst>
                <a:ext uri="{FF2B5EF4-FFF2-40B4-BE49-F238E27FC236}">
                  <a16:creationId xmlns:a16="http://schemas.microsoft.com/office/drawing/2014/main" id="{5BB96262-8D49-A816-31BD-E01A5660C0F4}"/>
                </a:ext>
              </a:extLst>
            </p:cNvPr>
            <p:cNvSpPr/>
            <p:nvPr/>
          </p:nvSpPr>
          <p:spPr>
            <a:xfrm>
              <a:off x="4341925" y="1415075"/>
              <a:ext cx="17525" cy="10525"/>
            </a:xfrm>
            <a:custGeom>
              <a:avLst/>
              <a:gdLst/>
              <a:ahLst/>
              <a:cxnLst/>
              <a:rect l="l" t="t" r="r" b="b"/>
              <a:pathLst>
                <a:path w="701" h="421" extrusionOk="0">
                  <a:moveTo>
                    <a:pt x="187" y="1"/>
                  </a:moveTo>
                  <a:lnTo>
                    <a:pt x="94" y="47"/>
                  </a:lnTo>
                  <a:lnTo>
                    <a:pt x="47" y="94"/>
                  </a:lnTo>
                  <a:lnTo>
                    <a:pt x="0" y="141"/>
                  </a:lnTo>
                  <a:lnTo>
                    <a:pt x="0" y="234"/>
                  </a:lnTo>
                  <a:lnTo>
                    <a:pt x="0" y="281"/>
                  </a:lnTo>
                  <a:lnTo>
                    <a:pt x="47" y="374"/>
                  </a:lnTo>
                  <a:lnTo>
                    <a:pt x="94" y="421"/>
                  </a:lnTo>
                  <a:lnTo>
                    <a:pt x="467" y="421"/>
                  </a:lnTo>
                  <a:lnTo>
                    <a:pt x="560" y="374"/>
                  </a:lnTo>
                  <a:lnTo>
                    <a:pt x="654" y="327"/>
                  </a:lnTo>
                  <a:lnTo>
                    <a:pt x="700" y="234"/>
                  </a:lnTo>
                  <a:lnTo>
                    <a:pt x="654" y="94"/>
                  </a:lnTo>
                  <a:lnTo>
                    <a:pt x="560" y="47"/>
                  </a:lnTo>
                  <a:lnTo>
                    <a:pt x="4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66;p60">
              <a:extLst>
                <a:ext uri="{FF2B5EF4-FFF2-40B4-BE49-F238E27FC236}">
                  <a16:creationId xmlns:a16="http://schemas.microsoft.com/office/drawing/2014/main" id="{07D267CD-5776-0EF5-1297-DEDF454451F1}"/>
                </a:ext>
              </a:extLst>
            </p:cNvPr>
            <p:cNvSpPr/>
            <p:nvPr/>
          </p:nvSpPr>
          <p:spPr>
            <a:xfrm>
              <a:off x="4310425" y="1415075"/>
              <a:ext cx="17525" cy="10525"/>
            </a:xfrm>
            <a:custGeom>
              <a:avLst/>
              <a:gdLst/>
              <a:ahLst/>
              <a:cxnLst/>
              <a:rect l="l" t="t" r="r" b="b"/>
              <a:pathLst>
                <a:path w="701" h="421" extrusionOk="0">
                  <a:moveTo>
                    <a:pt x="187" y="1"/>
                  </a:moveTo>
                  <a:lnTo>
                    <a:pt x="94" y="47"/>
                  </a:lnTo>
                  <a:lnTo>
                    <a:pt x="47" y="94"/>
                  </a:lnTo>
                  <a:lnTo>
                    <a:pt x="0" y="234"/>
                  </a:lnTo>
                  <a:lnTo>
                    <a:pt x="47" y="327"/>
                  </a:lnTo>
                  <a:lnTo>
                    <a:pt x="94" y="374"/>
                  </a:lnTo>
                  <a:lnTo>
                    <a:pt x="187" y="421"/>
                  </a:lnTo>
                  <a:lnTo>
                    <a:pt x="560" y="421"/>
                  </a:lnTo>
                  <a:lnTo>
                    <a:pt x="607" y="374"/>
                  </a:lnTo>
                  <a:lnTo>
                    <a:pt x="654" y="281"/>
                  </a:lnTo>
                  <a:lnTo>
                    <a:pt x="700" y="234"/>
                  </a:lnTo>
                  <a:lnTo>
                    <a:pt x="654" y="141"/>
                  </a:lnTo>
                  <a:lnTo>
                    <a:pt x="607" y="94"/>
                  </a:lnTo>
                  <a:lnTo>
                    <a:pt x="560" y="47"/>
                  </a:lnTo>
                  <a:lnTo>
                    <a:pt x="4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67;p60">
              <a:extLst>
                <a:ext uri="{FF2B5EF4-FFF2-40B4-BE49-F238E27FC236}">
                  <a16:creationId xmlns:a16="http://schemas.microsoft.com/office/drawing/2014/main" id="{67764B89-2228-6D1D-B986-174E98FB8FFA}"/>
                </a:ext>
              </a:extLst>
            </p:cNvPr>
            <p:cNvSpPr/>
            <p:nvPr/>
          </p:nvSpPr>
          <p:spPr>
            <a:xfrm>
              <a:off x="4047950" y="1315925"/>
              <a:ext cx="9375" cy="17525"/>
            </a:xfrm>
            <a:custGeom>
              <a:avLst/>
              <a:gdLst/>
              <a:ahLst/>
              <a:cxnLst/>
              <a:rect l="l" t="t" r="r" b="b"/>
              <a:pathLst>
                <a:path w="375" h="701" extrusionOk="0">
                  <a:moveTo>
                    <a:pt x="187" y="1"/>
                  </a:moveTo>
                  <a:lnTo>
                    <a:pt x="47" y="47"/>
                  </a:lnTo>
                  <a:lnTo>
                    <a:pt x="1" y="94"/>
                  </a:lnTo>
                  <a:lnTo>
                    <a:pt x="1" y="187"/>
                  </a:lnTo>
                  <a:lnTo>
                    <a:pt x="1" y="514"/>
                  </a:lnTo>
                  <a:lnTo>
                    <a:pt x="1" y="560"/>
                  </a:lnTo>
                  <a:lnTo>
                    <a:pt x="47" y="654"/>
                  </a:lnTo>
                  <a:lnTo>
                    <a:pt x="94" y="700"/>
                  </a:lnTo>
                  <a:lnTo>
                    <a:pt x="234" y="700"/>
                  </a:lnTo>
                  <a:lnTo>
                    <a:pt x="327" y="654"/>
                  </a:lnTo>
                  <a:lnTo>
                    <a:pt x="374" y="560"/>
                  </a:lnTo>
                  <a:lnTo>
                    <a:pt x="374" y="514"/>
                  </a:lnTo>
                  <a:lnTo>
                    <a:pt x="374" y="187"/>
                  </a:lnTo>
                  <a:lnTo>
                    <a:pt x="374" y="94"/>
                  </a:lnTo>
                  <a:lnTo>
                    <a:pt x="327" y="47"/>
                  </a:lnTo>
                  <a:lnTo>
                    <a:pt x="1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68;p60">
              <a:extLst>
                <a:ext uri="{FF2B5EF4-FFF2-40B4-BE49-F238E27FC236}">
                  <a16:creationId xmlns:a16="http://schemas.microsoft.com/office/drawing/2014/main" id="{8D813BC8-1B34-8CCA-04C2-29D405098A6C}"/>
                </a:ext>
              </a:extLst>
            </p:cNvPr>
            <p:cNvSpPr/>
            <p:nvPr/>
          </p:nvSpPr>
          <p:spPr>
            <a:xfrm>
              <a:off x="4047950" y="1347425"/>
              <a:ext cx="9375" cy="17525"/>
            </a:xfrm>
            <a:custGeom>
              <a:avLst/>
              <a:gdLst/>
              <a:ahLst/>
              <a:cxnLst/>
              <a:rect l="l" t="t" r="r" b="b"/>
              <a:pathLst>
                <a:path w="375" h="701" extrusionOk="0">
                  <a:moveTo>
                    <a:pt x="187" y="0"/>
                  </a:moveTo>
                  <a:lnTo>
                    <a:pt x="47" y="47"/>
                  </a:lnTo>
                  <a:lnTo>
                    <a:pt x="1" y="94"/>
                  </a:lnTo>
                  <a:lnTo>
                    <a:pt x="1" y="187"/>
                  </a:lnTo>
                  <a:lnTo>
                    <a:pt x="1" y="514"/>
                  </a:lnTo>
                  <a:lnTo>
                    <a:pt x="1" y="607"/>
                  </a:lnTo>
                  <a:lnTo>
                    <a:pt x="47" y="654"/>
                  </a:lnTo>
                  <a:lnTo>
                    <a:pt x="94" y="700"/>
                  </a:lnTo>
                  <a:lnTo>
                    <a:pt x="234" y="700"/>
                  </a:lnTo>
                  <a:lnTo>
                    <a:pt x="327" y="654"/>
                  </a:lnTo>
                  <a:lnTo>
                    <a:pt x="374" y="607"/>
                  </a:lnTo>
                  <a:lnTo>
                    <a:pt x="374" y="514"/>
                  </a:lnTo>
                  <a:lnTo>
                    <a:pt x="374" y="187"/>
                  </a:lnTo>
                  <a:lnTo>
                    <a:pt x="374" y="94"/>
                  </a:lnTo>
                  <a:lnTo>
                    <a:pt x="327" y="47"/>
                  </a:lnTo>
                  <a:lnTo>
                    <a:pt x="1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69;p60">
              <a:extLst>
                <a:ext uri="{FF2B5EF4-FFF2-40B4-BE49-F238E27FC236}">
                  <a16:creationId xmlns:a16="http://schemas.microsoft.com/office/drawing/2014/main" id="{06627D39-CF7C-5A86-D5AE-DD72F5E2EE63}"/>
                </a:ext>
              </a:extLst>
            </p:cNvPr>
            <p:cNvSpPr/>
            <p:nvPr/>
          </p:nvSpPr>
          <p:spPr>
            <a:xfrm>
              <a:off x="4059625" y="1335750"/>
              <a:ext cx="17525" cy="9375"/>
            </a:xfrm>
            <a:custGeom>
              <a:avLst/>
              <a:gdLst/>
              <a:ahLst/>
              <a:cxnLst/>
              <a:rect l="l" t="t" r="r" b="b"/>
              <a:pathLst>
                <a:path w="701" h="375" extrusionOk="0">
                  <a:moveTo>
                    <a:pt x="94" y="1"/>
                  </a:moveTo>
                  <a:lnTo>
                    <a:pt x="47" y="47"/>
                  </a:lnTo>
                  <a:lnTo>
                    <a:pt x="0" y="187"/>
                  </a:lnTo>
                  <a:lnTo>
                    <a:pt x="47" y="327"/>
                  </a:lnTo>
                  <a:lnTo>
                    <a:pt x="94" y="374"/>
                  </a:lnTo>
                  <a:lnTo>
                    <a:pt x="560" y="374"/>
                  </a:lnTo>
                  <a:lnTo>
                    <a:pt x="654" y="327"/>
                  </a:lnTo>
                  <a:lnTo>
                    <a:pt x="700" y="281"/>
                  </a:lnTo>
                  <a:lnTo>
                    <a:pt x="700" y="187"/>
                  </a:lnTo>
                  <a:lnTo>
                    <a:pt x="700" y="94"/>
                  </a:lnTo>
                  <a:lnTo>
                    <a:pt x="654" y="47"/>
                  </a:lnTo>
                  <a:lnTo>
                    <a:pt x="5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70;p60">
              <a:extLst>
                <a:ext uri="{FF2B5EF4-FFF2-40B4-BE49-F238E27FC236}">
                  <a16:creationId xmlns:a16="http://schemas.microsoft.com/office/drawing/2014/main" id="{46579957-01EB-BBD3-C79C-0D304823D874}"/>
                </a:ext>
              </a:extLst>
            </p:cNvPr>
            <p:cNvSpPr/>
            <p:nvPr/>
          </p:nvSpPr>
          <p:spPr>
            <a:xfrm>
              <a:off x="4028125" y="1335750"/>
              <a:ext cx="17525" cy="9375"/>
            </a:xfrm>
            <a:custGeom>
              <a:avLst/>
              <a:gdLst/>
              <a:ahLst/>
              <a:cxnLst/>
              <a:rect l="l" t="t" r="r" b="b"/>
              <a:pathLst>
                <a:path w="701" h="375" extrusionOk="0">
                  <a:moveTo>
                    <a:pt x="94" y="1"/>
                  </a:moveTo>
                  <a:lnTo>
                    <a:pt x="47" y="47"/>
                  </a:lnTo>
                  <a:lnTo>
                    <a:pt x="1" y="187"/>
                  </a:lnTo>
                  <a:lnTo>
                    <a:pt x="47" y="327"/>
                  </a:lnTo>
                  <a:lnTo>
                    <a:pt x="94" y="374"/>
                  </a:lnTo>
                  <a:lnTo>
                    <a:pt x="560" y="374"/>
                  </a:lnTo>
                  <a:lnTo>
                    <a:pt x="607" y="327"/>
                  </a:lnTo>
                  <a:lnTo>
                    <a:pt x="654" y="281"/>
                  </a:lnTo>
                  <a:lnTo>
                    <a:pt x="700" y="187"/>
                  </a:lnTo>
                  <a:lnTo>
                    <a:pt x="654" y="94"/>
                  </a:lnTo>
                  <a:lnTo>
                    <a:pt x="607" y="47"/>
                  </a:lnTo>
                  <a:lnTo>
                    <a:pt x="5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71;p60">
              <a:extLst>
                <a:ext uri="{FF2B5EF4-FFF2-40B4-BE49-F238E27FC236}">
                  <a16:creationId xmlns:a16="http://schemas.microsoft.com/office/drawing/2014/main" id="{2801AA32-C50C-0BFB-D1DC-DDD5CC941137}"/>
                </a:ext>
              </a:extLst>
            </p:cNvPr>
            <p:cNvSpPr/>
            <p:nvPr/>
          </p:nvSpPr>
          <p:spPr>
            <a:xfrm>
              <a:off x="4043300" y="1474575"/>
              <a:ext cx="9350" cy="17525"/>
            </a:xfrm>
            <a:custGeom>
              <a:avLst/>
              <a:gdLst/>
              <a:ahLst/>
              <a:cxnLst/>
              <a:rect l="l" t="t" r="r" b="b"/>
              <a:pathLst>
                <a:path w="374" h="701" extrusionOk="0">
                  <a:moveTo>
                    <a:pt x="187" y="0"/>
                  </a:moveTo>
                  <a:lnTo>
                    <a:pt x="47" y="47"/>
                  </a:lnTo>
                  <a:lnTo>
                    <a:pt x="0" y="140"/>
                  </a:lnTo>
                  <a:lnTo>
                    <a:pt x="0" y="187"/>
                  </a:lnTo>
                  <a:lnTo>
                    <a:pt x="0" y="514"/>
                  </a:lnTo>
                  <a:lnTo>
                    <a:pt x="0" y="607"/>
                  </a:lnTo>
                  <a:lnTo>
                    <a:pt x="47" y="654"/>
                  </a:lnTo>
                  <a:lnTo>
                    <a:pt x="93" y="700"/>
                  </a:lnTo>
                  <a:lnTo>
                    <a:pt x="233" y="700"/>
                  </a:lnTo>
                  <a:lnTo>
                    <a:pt x="327" y="654"/>
                  </a:lnTo>
                  <a:lnTo>
                    <a:pt x="373" y="607"/>
                  </a:lnTo>
                  <a:lnTo>
                    <a:pt x="373" y="514"/>
                  </a:lnTo>
                  <a:lnTo>
                    <a:pt x="373" y="187"/>
                  </a:lnTo>
                  <a:lnTo>
                    <a:pt x="373" y="140"/>
                  </a:lnTo>
                  <a:lnTo>
                    <a:pt x="327" y="47"/>
                  </a:lnTo>
                  <a:lnTo>
                    <a:pt x="1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72;p60">
              <a:extLst>
                <a:ext uri="{FF2B5EF4-FFF2-40B4-BE49-F238E27FC236}">
                  <a16:creationId xmlns:a16="http://schemas.microsoft.com/office/drawing/2014/main" id="{75F3668F-98DD-3B7B-9D54-38A4EDD351BD}"/>
                </a:ext>
              </a:extLst>
            </p:cNvPr>
            <p:cNvSpPr/>
            <p:nvPr/>
          </p:nvSpPr>
          <p:spPr>
            <a:xfrm>
              <a:off x="4043300" y="1506075"/>
              <a:ext cx="9350" cy="17525"/>
            </a:xfrm>
            <a:custGeom>
              <a:avLst/>
              <a:gdLst/>
              <a:ahLst/>
              <a:cxnLst/>
              <a:rect l="l" t="t" r="r" b="b"/>
              <a:pathLst>
                <a:path w="374" h="701" extrusionOk="0">
                  <a:moveTo>
                    <a:pt x="187" y="0"/>
                  </a:moveTo>
                  <a:lnTo>
                    <a:pt x="93" y="47"/>
                  </a:lnTo>
                  <a:lnTo>
                    <a:pt x="47" y="94"/>
                  </a:lnTo>
                  <a:lnTo>
                    <a:pt x="0" y="140"/>
                  </a:lnTo>
                  <a:lnTo>
                    <a:pt x="0" y="234"/>
                  </a:lnTo>
                  <a:lnTo>
                    <a:pt x="0" y="514"/>
                  </a:lnTo>
                  <a:lnTo>
                    <a:pt x="0" y="607"/>
                  </a:lnTo>
                  <a:lnTo>
                    <a:pt x="47" y="653"/>
                  </a:lnTo>
                  <a:lnTo>
                    <a:pt x="187" y="700"/>
                  </a:lnTo>
                  <a:lnTo>
                    <a:pt x="327" y="653"/>
                  </a:lnTo>
                  <a:lnTo>
                    <a:pt x="373" y="607"/>
                  </a:lnTo>
                  <a:lnTo>
                    <a:pt x="373" y="514"/>
                  </a:lnTo>
                  <a:lnTo>
                    <a:pt x="373" y="234"/>
                  </a:lnTo>
                  <a:lnTo>
                    <a:pt x="373" y="140"/>
                  </a:lnTo>
                  <a:lnTo>
                    <a:pt x="327" y="94"/>
                  </a:lnTo>
                  <a:lnTo>
                    <a:pt x="233" y="47"/>
                  </a:lnTo>
                  <a:lnTo>
                    <a:pt x="1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073;p60">
              <a:extLst>
                <a:ext uri="{FF2B5EF4-FFF2-40B4-BE49-F238E27FC236}">
                  <a16:creationId xmlns:a16="http://schemas.microsoft.com/office/drawing/2014/main" id="{59C4C502-EC55-302D-119F-3DA6C8C4C0C1}"/>
                </a:ext>
              </a:extLst>
            </p:cNvPr>
            <p:cNvSpPr/>
            <p:nvPr/>
          </p:nvSpPr>
          <p:spPr>
            <a:xfrm>
              <a:off x="4054950" y="1494400"/>
              <a:ext cx="17525" cy="9350"/>
            </a:xfrm>
            <a:custGeom>
              <a:avLst/>
              <a:gdLst/>
              <a:ahLst/>
              <a:cxnLst/>
              <a:rect l="l" t="t" r="r" b="b"/>
              <a:pathLst>
                <a:path w="701" h="374" extrusionOk="0">
                  <a:moveTo>
                    <a:pt x="94" y="1"/>
                  </a:moveTo>
                  <a:lnTo>
                    <a:pt x="47" y="47"/>
                  </a:lnTo>
                  <a:lnTo>
                    <a:pt x="1" y="187"/>
                  </a:lnTo>
                  <a:lnTo>
                    <a:pt x="47" y="327"/>
                  </a:lnTo>
                  <a:lnTo>
                    <a:pt x="94" y="374"/>
                  </a:lnTo>
                  <a:lnTo>
                    <a:pt x="561" y="374"/>
                  </a:lnTo>
                  <a:lnTo>
                    <a:pt x="654" y="327"/>
                  </a:lnTo>
                  <a:lnTo>
                    <a:pt x="654" y="281"/>
                  </a:lnTo>
                  <a:lnTo>
                    <a:pt x="701" y="187"/>
                  </a:lnTo>
                  <a:lnTo>
                    <a:pt x="654" y="141"/>
                  </a:lnTo>
                  <a:lnTo>
                    <a:pt x="654" y="47"/>
                  </a:lnTo>
                  <a:lnTo>
                    <a:pt x="5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074;p60">
              <a:extLst>
                <a:ext uri="{FF2B5EF4-FFF2-40B4-BE49-F238E27FC236}">
                  <a16:creationId xmlns:a16="http://schemas.microsoft.com/office/drawing/2014/main" id="{96AECA51-2483-A5AF-5E21-0C6CE2A20E72}"/>
                </a:ext>
              </a:extLst>
            </p:cNvPr>
            <p:cNvSpPr/>
            <p:nvPr/>
          </p:nvSpPr>
          <p:spPr>
            <a:xfrm>
              <a:off x="4023450" y="1494400"/>
              <a:ext cx="17525" cy="9350"/>
            </a:xfrm>
            <a:custGeom>
              <a:avLst/>
              <a:gdLst/>
              <a:ahLst/>
              <a:cxnLst/>
              <a:rect l="l" t="t" r="r" b="b"/>
              <a:pathLst>
                <a:path w="701" h="374" extrusionOk="0">
                  <a:moveTo>
                    <a:pt x="94" y="1"/>
                  </a:moveTo>
                  <a:lnTo>
                    <a:pt x="48" y="47"/>
                  </a:lnTo>
                  <a:lnTo>
                    <a:pt x="1" y="141"/>
                  </a:lnTo>
                  <a:lnTo>
                    <a:pt x="1" y="187"/>
                  </a:lnTo>
                  <a:lnTo>
                    <a:pt x="1" y="281"/>
                  </a:lnTo>
                  <a:lnTo>
                    <a:pt x="48" y="327"/>
                  </a:lnTo>
                  <a:lnTo>
                    <a:pt x="94" y="374"/>
                  </a:lnTo>
                  <a:lnTo>
                    <a:pt x="561" y="374"/>
                  </a:lnTo>
                  <a:lnTo>
                    <a:pt x="654" y="327"/>
                  </a:lnTo>
                  <a:lnTo>
                    <a:pt x="701" y="187"/>
                  </a:lnTo>
                  <a:lnTo>
                    <a:pt x="654" y="47"/>
                  </a:lnTo>
                  <a:lnTo>
                    <a:pt x="5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Google Shape;432;p35">
            <a:extLst>
              <a:ext uri="{FF2B5EF4-FFF2-40B4-BE49-F238E27FC236}">
                <a16:creationId xmlns:a16="http://schemas.microsoft.com/office/drawing/2014/main" id="{4A967D4C-0946-7B63-33EB-68CFB0D4EA71}"/>
              </a:ext>
            </a:extLst>
          </p:cNvPr>
          <p:cNvSpPr txBox="1">
            <a:spLocks/>
          </p:cNvSpPr>
          <p:nvPr/>
        </p:nvSpPr>
        <p:spPr>
          <a:xfrm>
            <a:off x="8622506" y="4777800"/>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B96E5270-C422-F942-CCD9-6BCC0246440C}"/>
            </a:ext>
          </a:extLst>
        </p:cNvPr>
        <p:cNvGrpSpPr/>
        <p:nvPr/>
      </p:nvGrpSpPr>
      <p:grpSpPr>
        <a:xfrm>
          <a:off x="0" y="0"/>
          <a:ext cx="0" cy="0"/>
          <a:chOff x="0" y="0"/>
          <a:chExt cx="0" cy="0"/>
        </a:xfrm>
      </p:grpSpPr>
      <p:sp>
        <p:nvSpPr>
          <p:cNvPr id="430" name="Google Shape;430;p35">
            <a:extLst>
              <a:ext uri="{FF2B5EF4-FFF2-40B4-BE49-F238E27FC236}">
                <a16:creationId xmlns:a16="http://schemas.microsoft.com/office/drawing/2014/main" id="{05EC722D-8B0E-8BCF-6D90-EF22F7869D4B}"/>
              </a:ext>
            </a:extLst>
          </p:cNvPr>
          <p:cNvSpPr txBox="1">
            <a:spLocks noGrp="1"/>
          </p:cNvSpPr>
          <p:nvPr>
            <p:ph type="title" idx="2"/>
          </p:nvPr>
        </p:nvSpPr>
        <p:spPr>
          <a:xfrm>
            <a:off x="3991350" y="1222967"/>
            <a:ext cx="1161300" cy="1161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7</a:t>
            </a:r>
            <a:endParaRPr dirty="0"/>
          </a:p>
        </p:txBody>
      </p:sp>
      <p:sp>
        <p:nvSpPr>
          <p:cNvPr id="431" name="Google Shape;431;p35">
            <a:extLst>
              <a:ext uri="{FF2B5EF4-FFF2-40B4-BE49-F238E27FC236}">
                <a16:creationId xmlns:a16="http://schemas.microsoft.com/office/drawing/2014/main" id="{02E3E872-9FC8-EECD-B40F-A81A0866CB67}"/>
              </a:ext>
            </a:extLst>
          </p:cNvPr>
          <p:cNvSpPr txBox="1">
            <a:spLocks noGrp="1"/>
          </p:cNvSpPr>
          <p:nvPr>
            <p:ph type="title"/>
          </p:nvPr>
        </p:nvSpPr>
        <p:spPr>
          <a:xfrm>
            <a:off x="707231" y="2468535"/>
            <a:ext cx="7808119"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Implementation</a:t>
            </a:r>
            <a:endParaRPr dirty="0"/>
          </a:p>
        </p:txBody>
      </p:sp>
      <p:sp>
        <p:nvSpPr>
          <p:cNvPr id="432" name="Google Shape;432;p35">
            <a:extLst>
              <a:ext uri="{FF2B5EF4-FFF2-40B4-BE49-F238E27FC236}">
                <a16:creationId xmlns:a16="http://schemas.microsoft.com/office/drawing/2014/main" id="{31788FF5-D54F-6D44-E9CF-DF3DB74A82F5}"/>
              </a:ext>
            </a:extLst>
          </p:cNvPr>
          <p:cNvSpPr txBox="1">
            <a:spLocks noGrp="1"/>
          </p:cNvSpPr>
          <p:nvPr>
            <p:ph type="subTitle" idx="1"/>
          </p:nvPr>
        </p:nvSpPr>
        <p:spPr>
          <a:xfrm>
            <a:off x="1780650" y="3554833"/>
            <a:ext cx="5582700" cy="36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The Last Draw: Card Slayer</a:t>
            </a:r>
            <a:endParaRPr dirty="0"/>
          </a:p>
        </p:txBody>
      </p:sp>
      <p:cxnSp>
        <p:nvCxnSpPr>
          <p:cNvPr id="433" name="Google Shape;433;p35">
            <a:extLst>
              <a:ext uri="{FF2B5EF4-FFF2-40B4-BE49-F238E27FC236}">
                <a16:creationId xmlns:a16="http://schemas.microsoft.com/office/drawing/2014/main" id="{65982639-F1F4-215D-5F4B-7A533E6837D8}"/>
              </a:ext>
            </a:extLst>
          </p:cNvPr>
          <p:cNvCxnSpPr/>
          <p:nvPr/>
        </p:nvCxnSpPr>
        <p:spPr>
          <a:xfrm>
            <a:off x="2326500" y="3515150"/>
            <a:ext cx="4491000" cy="0"/>
          </a:xfrm>
          <a:prstGeom prst="straightConnector1">
            <a:avLst/>
          </a:prstGeom>
          <a:noFill/>
          <a:ln w="9525" cap="flat" cmpd="sng">
            <a:solidFill>
              <a:schemeClr val="lt1"/>
            </a:solidFill>
            <a:prstDash val="solid"/>
            <a:round/>
            <a:headEnd type="none" w="med" len="med"/>
            <a:tailEnd type="none" w="med" len="med"/>
          </a:ln>
        </p:spPr>
      </p:cxnSp>
      <p:sp>
        <p:nvSpPr>
          <p:cNvPr id="2" name="Google Shape;432;p35">
            <a:extLst>
              <a:ext uri="{FF2B5EF4-FFF2-40B4-BE49-F238E27FC236}">
                <a16:creationId xmlns:a16="http://schemas.microsoft.com/office/drawing/2014/main" id="{2F7E2840-D7EA-1B2A-4783-81913A8CAAF4}"/>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18</a:t>
            </a:r>
          </a:p>
        </p:txBody>
      </p:sp>
    </p:spTree>
    <p:extLst>
      <p:ext uri="{BB962C8B-B14F-4D97-AF65-F5344CB8AC3E}">
        <p14:creationId xmlns:p14="http://schemas.microsoft.com/office/powerpoint/2010/main" val="2587746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30">
          <a:extLst>
            <a:ext uri="{FF2B5EF4-FFF2-40B4-BE49-F238E27FC236}">
              <a16:creationId xmlns:a16="http://schemas.microsoft.com/office/drawing/2014/main" id="{41FEFAD7-4C9A-0EC9-5608-ABB269A8616E}"/>
            </a:ext>
          </a:extLst>
        </p:cNvPr>
        <p:cNvGrpSpPr/>
        <p:nvPr/>
      </p:nvGrpSpPr>
      <p:grpSpPr>
        <a:xfrm>
          <a:off x="0" y="0"/>
          <a:ext cx="0" cy="0"/>
          <a:chOff x="0" y="0"/>
          <a:chExt cx="0" cy="0"/>
        </a:xfrm>
      </p:grpSpPr>
      <p:sp>
        <p:nvSpPr>
          <p:cNvPr id="731" name="Google Shape;731;p50">
            <a:extLst>
              <a:ext uri="{FF2B5EF4-FFF2-40B4-BE49-F238E27FC236}">
                <a16:creationId xmlns:a16="http://schemas.microsoft.com/office/drawing/2014/main" id="{04525A4F-8BA1-1D99-2778-9F26B0ADE4A3}"/>
              </a:ext>
            </a:extLst>
          </p:cNvPr>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Implementation:</a:t>
            </a:r>
          </a:p>
        </p:txBody>
      </p:sp>
      <p:cxnSp>
        <p:nvCxnSpPr>
          <p:cNvPr id="732" name="Google Shape;732;p50">
            <a:extLst>
              <a:ext uri="{FF2B5EF4-FFF2-40B4-BE49-F238E27FC236}">
                <a16:creationId xmlns:a16="http://schemas.microsoft.com/office/drawing/2014/main" id="{91F06D5C-4994-7594-EF6B-287D9F1B3433}"/>
              </a:ext>
            </a:extLst>
          </p:cNvPr>
          <p:cNvCxnSpPr>
            <a:stCxn id="733" idx="1"/>
            <a:endCxn id="734" idx="3"/>
          </p:cNvCxnSpPr>
          <p:nvPr/>
        </p:nvCxnSpPr>
        <p:spPr>
          <a:xfrm rot="10800000" flipH="1">
            <a:off x="1350508" y="2664371"/>
            <a:ext cx="498000" cy="508500"/>
          </a:xfrm>
          <a:prstGeom prst="bentConnector3">
            <a:avLst>
              <a:gd name="adj1" fmla="val 50000"/>
            </a:avLst>
          </a:prstGeom>
          <a:noFill/>
          <a:ln w="9525" cap="flat" cmpd="sng">
            <a:solidFill>
              <a:schemeClr val="lt1"/>
            </a:solidFill>
            <a:prstDash val="solid"/>
            <a:round/>
            <a:headEnd type="none" w="med" len="med"/>
            <a:tailEnd type="none" w="med" len="med"/>
          </a:ln>
        </p:spPr>
      </p:cxnSp>
      <p:cxnSp>
        <p:nvCxnSpPr>
          <p:cNvPr id="735" name="Google Shape;735;p50">
            <a:extLst>
              <a:ext uri="{FF2B5EF4-FFF2-40B4-BE49-F238E27FC236}">
                <a16:creationId xmlns:a16="http://schemas.microsoft.com/office/drawing/2014/main" id="{0C4664C5-C66E-2AA9-F8AA-C90ADB7CA3C1}"/>
              </a:ext>
            </a:extLst>
          </p:cNvPr>
          <p:cNvCxnSpPr>
            <a:stCxn id="733" idx="1"/>
            <a:endCxn id="736" idx="3"/>
          </p:cNvCxnSpPr>
          <p:nvPr/>
        </p:nvCxnSpPr>
        <p:spPr>
          <a:xfrm>
            <a:off x="1350508" y="3172871"/>
            <a:ext cx="498000" cy="1312200"/>
          </a:xfrm>
          <a:prstGeom prst="bentConnector3">
            <a:avLst>
              <a:gd name="adj1" fmla="val 50000"/>
            </a:avLst>
          </a:prstGeom>
          <a:noFill/>
          <a:ln w="9525" cap="flat" cmpd="sng">
            <a:solidFill>
              <a:schemeClr val="lt1"/>
            </a:solidFill>
            <a:prstDash val="solid"/>
            <a:round/>
            <a:headEnd type="none" w="med" len="med"/>
            <a:tailEnd type="none" w="med" len="med"/>
          </a:ln>
        </p:spPr>
      </p:cxnSp>
      <p:cxnSp>
        <p:nvCxnSpPr>
          <p:cNvPr id="737" name="Google Shape;737;p50">
            <a:extLst>
              <a:ext uri="{FF2B5EF4-FFF2-40B4-BE49-F238E27FC236}">
                <a16:creationId xmlns:a16="http://schemas.microsoft.com/office/drawing/2014/main" id="{01EA2D19-8B53-4F00-826A-B2ADCA7C23A5}"/>
              </a:ext>
            </a:extLst>
          </p:cNvPr>
          <p:cNvCxnSpPr>
            <a:stCxn id="733" idx="1"/>
            <a:endCxn id="738" idx="3"/>
          </p:cNvCxnSpPr>
          <p:nvPr/>
        </p:nvCxnSpPr>
        <p:spPr>
          <a:xfrm rot="10800000" flipH="1">
            <a:off x="1350508" y="1753871"/>
            <a:ext cx="498000" cy="1419000"/>
          </a:xfrm>
          <a:prstGeom prst="bentConnector3">
            <a:avLst>
              <a:gd name="adj1" fmla="val 50000"/>
            </a:avLst>
          </a:prstGeom>
          <a:noFill/>
          <a:ln w="9525" cap="flat" cmpd="sng">
            <a:solidFill>
              <a:schemeClr val="lt1"/>
            </a:solidFill>
            <a:prstDash val="solid"/>
            <a:round/>
            <a:headEnd type="none" w="med" len="med"/>
            <a:tailEnd type="none" w="med" len="med"/>
          </a:ln>
        </p:spPr>
      </p:cxnSp>
      <p:cxnSp>
        <p:nvCxnSpPr>
          <p:cNvPr id="739" name="Google Shape;739;p50">
            <a:extLst>
              <a:ext uri="{FF2B5EF4-FFF2-40B4-BE49-F238E27FC236}">
                <a16:creationId xmlns:a16="http://schemas.microsoft.com/office/drawing/2014/main" id="{30E6ABAA-FC64-04F3-59E0-1104B14042ED}"/>
              </a:ext>
            </a:extLst>
          </p:cNvPr>
          <p:cNvCxnSpPr>
            <a:stCxn id="733" idx="1"/>
            <a:endCxn id="740" idx="3"/>
          </p:cNvCxnSpPr>
          <p:nvPr/>
        </p:nvCxnSpPr>
        <p:spPr>
          <a:xfrm>
            <a:off x="1350508" y="3172871"/>
            <a:ext cx="498000" cy="401700"/>
          </a:xfrm>
          <a:prstGeom prst="bentConnector3">
            <a:avLst>
              <a:gd name="adj1" fmla="val 50000"/>
            </a:avLst>
          </a:prstGeom>
          <a:noFill/>
          <a:ln w="9525" cap="flat" cmpd="sng">
            <a:solidFill>
              <a:schemeClr val="lt1"/>
            </a:solidFill>
            <a:prstDash val="solid"/>
            <a:round/>
            <a:headEnd type="none" w="med" len="med"/>
            <a:tailEnd type="none" w="med" len="med"/>
          </a:ln>
        </p:spPr>
      </p:cxnSp>
      <p:sp>
        <p:nvSpPr>
          <p:cNvPr id="741" name="Google Shape;741;p50">
            <a:extLst>
              <a:ext uri="{FF2B5EF4-FFF2-40B4-BE49-F238E27FC236}">
                <a16:creationId xmlns:a16="http://schemas.microsoft.com/office/drawing/2014/main" id="{40B5E127-8036-A744-D997-07F6B8B32AF7}"/>
              </a:ext>
            </a:extLst>
          </p:cNvPr>
          <p:cNvSpPr txBox="1"/>
          <p:nvPr/>
        </p:nvSpPr>
        <p:spPr>
          <a:xfrm>
            <a:off x="2510025" y="1470308"/>
            <a:ext cx="1540800" cy="54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Playfair Display Medium"/>
                <a:ea typeface="Playfair Display Medium"/>
                <a:cs typeface="Playfair Display Medium"/>
                <a:sym typeface="Playfair Display Medium"/>
              </a:rPr>
              <a:t>Base</a:t>
            </a:r>
            <a:endParaRPr sz="2000" dirty="0">
              <a:solidFill>
                <a:schemeClr val="lt1"/>
              </a:solidFill>
              <a:latin typeface="Playfair Display Medium"/>
              <a:ea typeface="Playfair Display Medium"/>
              <a:cs typeface="Playfair Display Medium"/>
              <a:sym typeface="Playfair Display Medium"/>
            </a:endParaRPr>
          </a:p>
        </p:txBody>
      </p:sp>
      <p:sp>
        <p:nvSpPr>
          <p:cNvPr id="742" name="Google Shape;742;p50">
            <a:extLst>
              <a:ext uri="{FF2B5EF4-FFF2-40B4-BE49-F238E27FC236}">
                <a16:creationId xmlns:a16="http://schemas.microsoft.com/office/drawing/2014/main" id="{C2F387D5-81A8-72D0-8745-FB9573BE0CDF}"/>
              </a:ext>
            </a:extLst>
          </p:cNvPr>
          <p:cNvSpPr txBox="1"/>
          <p:nvPr/>
        </p:nvSpPr>
        <p:spPr>
          <a:xfrm>
            <a:off x="2510025" y="2380733"/>
            <a:ext cx="1540800" cy="54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Playfair Display Medium"/>
                <a:ea typeface="Playfair Display Medium"/>
                <a:cs typeface="Playfair Display Medium"/>
                <a:sym typeface="Playfair Display Medium"/>
              </a:rPr>
              <a:t>Clicked</a:t>
            </a:r>
            <a:endParaRPr sz="2000" dirty="0">
              <a:solidFill>
                <a:schemeClr val="lt1"/>
              </a:solidFill>
              <a:latin typeface="Playfair Display Medium"/>
              <a:ea typeface="Playfair Display Medium"/>
              <a:cs typeface="Playfair Display Medium"/>
              <a:sym typeface="Playfair Display Medium"/>
            </a:endParaRPr>
          </a:p>
        </p:txBody>
      </p:sp>
      <p:sp>
        <p:nvSpPr>
          <p:cNvPr id="743" name="Google Shape;743;p50">
            <a:extLst>
              <a:ext uri="{FF2B5EF4-FFF2-40B4-BE49-F238E27FC236}">
                <a16:creationId xmlns:a16="http://schemas.microsoft.com/office/drawing/2014/main" id="{3EA60C1A-A0FB-BAFB-ACE7-A37526C7198E}"/>
              </a:ext>
            </a:extLst>
          </p:cNvPr>
          <p:cNvSpPr txBox="1"/>
          <p:nvPr/>
        </p:nvSpPr>
        <p:spPr>
          <a:xfrm>
            <a:off x="2510025" y="3291158"/>
            <a:ext cx="1540800" cy="54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Playfair Display Medium"/>
                <a:ea typeface="Playfair Display Medium"/>
                <a:cs typeface="Playfair Display Medium"/>
                <a:sym typeface="Playfair Display Medium"/>
              </a:rPr>
              <a:t>Dragged</a:t>
            </a:r>
            <a:endParaRPr sz="2000" dirty="0">
              <a:solidFill>
                <a:schemeClr val="lt1"/>
              </a:solidFill>
              <a:latin typeface="Playfair Display Medium"/>
              <a:ea typeface="Playfair Display Medium"/>
              <a:cs typeface="Playfair Display Medium"/>
              <a:sym typeface="Playfair Display Medium"/>
            </a:endParaRPr>
          </a:p>
        </p:txBody>
      </p:sp>
      <p:sp>
        <p:nvSpPr>
          <p:cNvPr id="744" name="Google Shape;744;p50">
            <a:extLst>
              <a:ext uri="{FF2B5EF4-FFF2-40B4-BE49-F238E27FC236}">
                <a16:creationId xmlns:a16="http://schemas.microsoft.com/office/drawing/2014/main" id="{258C4320-8D79-B711-10E7-A2517C5B067E}"/>
              </a:ext>
            </a:extLst>
          </p:cNvPr>
          <p:cNvSpPr txBox="1"/>
          <p:nvPr/>
        </p:nvSpPr>
        <p:spPr>
          <a:xfrm>
            <a:off x="2510025" y="4201583"/>
            <a:ext cx="1540800" cy="54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Playfair Display Medium"/>
                <a:ea typeface="Playfair Display Medium"/>
                <a:cs typeface="Playfair Display Medium"/>
                <a:sym typeface="Playfair Display Medium"/>
              </a:rPr>
              <a:t>Released</a:t>
            </a:r>
            <a:endParaRPr sz="2000" dirty="0">
              <a:solidFill>
                <a:schemeClr val="lt1"/>
              </a:solidFill>
              <a:latin typeface="Playfair Display Medium"/>
              <a:ea typeface="Playfair Display Medium"/>
              <a:cs typeface="Playfair Display Medium"/>
              <a:sym typeface="Playfair Display Medium"/>
            </a:endParaRPr>
          </a:p>
        </p:txBody>
      </p:sp>
      <p:sp>
        <p:nvSpPr>
          <p:cNvPr id="745" name="Google Shape;745;p50">
            <a:extLst>
              <a:ext uri="{FF2B5EF4-FFF2-40B4-BE49-F238E27FC236}">
                <a16:creationId xmlns:a16="http://schemas.microsoft.com/office/drawing/2014/main" id="{1F6A4811-1516-EEB4-76F8-D718CABD5FAC}"/>
              </a:ext>
            </a:extLst>
          </p:cNvPr>
          <p:cNvSpPr txBox="1"/>
          <p:nvPr/>
        </p:nvSpPr>
        <p:spPr>
          <a:xfrm>
            <a:off x="4413092" y="1470312"/>
            <a:ext cx="3965700" cy="548700"/>
          </a:xfrm>
          <a:prstGeom prst="rect">
            <a:avLst/>
          </a:prstGeom>
          <a:noFill/>
          <a:ln>
            <a:noFill/>
          </a:ln>
        </p:spPr>
        <p:txBody>
          <a:bodyPr spcFirstLastPara="1" wrap="square" lIns="91425" tIns="91425" rIns="91425" bIns="91425" anchor="ctr" anchorCtr="0">
            <a:noAutofit/>
          </a:bodyPr>
          <a:lstStyle/>
          <a:p>
            <a:pPr lvl="0" algn="l" rtl="0">
              <a:lnSpc>
                <a:spcPct val="115000"/>
              </a:lnSpc>
              <a:spcBef>
                <a:spcPts val="0"/>
              </a:spcBef>
              <a:spcAft>
                <a:spcPts val="0"/>
              </a:spcAft>
            </a:pPr>
            <a:r>
              <a:rPr lang="en" dirty="0">
                <a:solidFill>
                  <a:schemeClr val="lt1"/>
                </a:solidFill>
                <a:latin typeface="Hind"/>
                <a:ea typeface="Hind"/>
                <a:cs typeface="Hind"/>
                <a:sym typeface="Hind"/>
              </a:rPr>
              <a:t>Idle/ Inactive state of the card.</a:t>
            </a:r>
            <a:endParaRPr dirty="0">
              <a:solidFill>
                <a:schemeClr val="lt1"/>
              </a:solidFill>
              <a:latin typeface="Hind"/>
              <a:ea typeface="Hind"/>
              <a:cs typeface="Hind"/>
              <a:sym typeface="Hind"/>
            </a:endParaRPr>
          </a:p>
        </p:txBody>
      </p:sp>
      <p:sp>
        <p:nvSpPr>
          <p:cNvPr id="746" name="Google Shape;746;p50">
            <a:extLst>
              <a:ext uri="{FF2B5EF4-FFF2-40B4-BE49-F238E27FC236}">
                <a16:creationId xmlns:a16="http://schemas.microsoft.com/office/drawing/2014/main" id="{B87B6642-CED5-03CE-F5A0-472E3ACBA9C9}"/>
              </a:ext>
            </a:extLst>
          </p:cNvPr>
          <p:cNvSpPr txBox="1"/>
          <p:nvPr/>
        </p:nvSpPr>
        <p:spPr>
          <a:xfrm>
            <a:off x="4408393" y="2380738"/>
            <a:ext cx="3965700" cy="548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dirty="0">
                <a:solidFill>
                  <a:schemeClr val="lt1"/>
                </a:solidFill>
                <a:latin typeface="Hind"/>
                <a:ea typeface="Hind"/>
                <a:cs typeface="Hind"/>
                <a:sym typeface="Hind"/>
              </a:rPr>
              <a:t>Card state when user has clicked the card.</a:t>
            </a:r>
            <a:endParaRPr dirty="0">
              <a:solidFill>
                <a:schemeClr val="lt1"/>
              </a:solidFill>
              <a:latin typeface="Hind"/>
              <a:ea typeface="Hind"/>
              <a:cs typeface="Hind"/>
              <a:sym typeface="Hind"/>
            </a:endParaRPr>
          </a:p>
        </p:txBody>
      </p:sp>
      <p:sp>
        <p:nvSpPr>
          <p:cNvPr id="747" name="Google Shape;747;p50">
            <a:extLst>
              <a:ext uri="{FF2B5EF4-FFF2-40B4-BE49-F238E27FC236}">
                <a16:creationId xmlns:a16="http://schemas.microsoft.com/office/drawing/2014/main" id="{BCAF395D-91C6-6651-6559-11701C2601F3}"/>
              </a:ext>
            </a:extLst>
          </p:cNvPr>
          <p:cNvSpPr txBox="1"/>
          <p:nvPr/>
        </p:nvSpPr>
        <p:spPr>
          <a:xfrm>
            <a:off x="4408389" y="3291164"/>
            <a:ext cx="3965700" cy="548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dirty="0">
                <a:solidFill>
                  <a:schemeClr val="lt1"/>
                </a:solidFill>
                <a:latin typeface="Hind"/>
                <a:ea typeface="Hind"/>
                <a:cs typeface="Hind"/>
                <a:sym typeface="Hind"/>
              </a:rPr>
              <a:t>After clicking, the card goes into a dragged state.</a:t>
            </a:r>
            <a:endParaRPr dirty="0">
              <a:solidFill>
                <a:schemeClr val="lt1"/>
              </a:solidFill>
              <a:latin typeface="Hind"/>
              <a:ea typeface="Hind"/>
              <a:cs typeface="Hind"/>
              <a:sym typeface="Hind"/>
            </a:endParaRPr>
          </a:p>
        </p:txBody>
      </p:sp>
      <p:sp>
        <p:nvSpPr>
          <p:cNvPr id="748" name="Google Shape;748;p50">
            <a:extLst>
              <a:ext uri="{FF2B5EF4-FFF2-40B4-BE49-F238E27FC236}">
                <a16:creationId xmlns:a16="http://schemas.microsoft.com/office/drawing/2014/main" id="{06C070C8-0700-FADF-0CA9-95610352772F}"/>
              </a:ext>
            </a:extLst>
          </p:cNvPr>
          <p:cNvSpPr txBox="1"/>
          <p:nvPr/>
        </p:nvSpPr>
        <p:spPr>
          <a:xfrm>
            <a:off x="4413092" y="4201590"/>
            <a:ext cx="3965700" cy="548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dirty="0">
                <a:solidFill>
                  <a:schemeClr val="lt1"/>
                </a:solidFill>
                <a:latin typeface="Hind"/>
                <a:ea typeface="Hind"/>
                <a:cs typeface="Hind"/>
                <a:sym typeface="Hind"/>
              </a:rPr>
              <a:t>When dragging is complete, it goes into the released state.</a:t>
            </a:r>
            <a:endParaRPr dirty="0">
              <a:solidFill>
                <a:schemeClr val="lt1"/>
              </a:solidFill>
              <a:latin typeface="Hind"/>
              <a:ea typeface="Hind"/>
              <a:cs typeface="Hind"/>
              <a:sym typeface="Hind"/>
            </a:endParaRPr>
          </a:p>
        </p:txBody>
      </p:sp>
      <p:sp>
        <p:nvSpPr>
          <p:cNvPr id="734" name="Google Shape;734;p50">
            <a:extLst>
              <a:ext uri="{FF2B5EF4-FFF2-40B4-BE49-F238E27FC236}">
                <a16:creationId xmlns:a16="http://schemas.microsoft.com/office/drawing/2014/main" id="{5CF12A34-DDF1-7593-E7E4-B1EADB45B383}"/>
              </a:ext>
            </a:extLst>
          </p:cNvPr>
          <p:cNvSpPr/>
          <p:nvPr/>
        </p:nvSpPr>
        <p:spPr>
          <a:xfrm flipH="1">
            <a:off x="1848508" y="2371588"/>
            <a:ext cx="585300" cy="5853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Playfair Display Medium"/>
                <a:ea typeface="Playfair Display Medium"/>
                <a:cs typeface="Playfair Display Medium"/>
                <a:sym typeface="Playfair Display Medium"/>
              </a:rPr>
              <a:t>2</a:t>
            </a:r>
            <a:endParaRPr sz="2000">
              <a:solidFill>
                <a:schemeClr val="lt1"/>
              </a:solidFill>
              <a:latin typeface="Playfair Display Medium"/>
              <a:ea typeface="Playfair Display Medium"/>
              <a:cs typeface="Playfair Display Medium"/>
              <a:sym typeface="Playfair Display Medium"/>
            </a:endParaRPr>
          </a:p>
        </p:txBody>
      </p:sp>
      <p:sp>
        <p:nvSpPr>
          <p:cNvPr id="740" name="Google Shape;740;p50">
            <a:extLst>
              <a:ext uri="{FF2B5EF4-FFF2-40B4-BE49-F238E27FC236}">
                <a16:creationId xmlns:a16="http://schemas.microsoft.com/office/drawing/2014/main" id="{95C099C7-874C-8F05-97B4-8869F14B6075}"/>
              </a:ext>
            </a:extLst>
          </p:cNvPr>
          <p:cNvSpPr/>
          <p:nvPr/>
        </p:nvSpPr>
        <p:spPr>
          <a:xfrm flipH="1">
            <a:off x="1848508" y="3282014"/>
            <a:ext cx="585300" cy="5853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Playfair Display Medium"/>
                <a:ea typeface="Playfair Display Medium"/>
                <a:cs typeface="Playfair Display Medium"/>
                <a:sym typeface="Playfair Display Medium"/>
              </a:rPr>
              <a:t>3</a:t>
            </a:r>
            <a:endParaRPr sz="2000">
              <a:solidFill>
                <a:schemeClr val="lt1"/>
              </a:solidFill>
              <a:latin typeface="Playfair Display Medium"/>
              <a:ea typeface="Playfair Display Medium"/>
              <a:cs typeface="Playfair Display Medium"/>
              <a:sym typeface="Playfair Display Medium"/>
            </a:endParaRPr>
          </a:p>
        </p:txBody>
      </p:sp>
      <p:sp>
        <p:nvSpPr>
          <p:cNvPr id="736" name="Google Shape;736;p50">
            <a:extLst>
              <a:ext uri="{FF2B5EF4-FFF2-40B4-BE49-F238E27FC236}">
                <a16:creationId xmlns:a16="http://schemas.microsoft.com/office/drawing/2014/main" id="{1AB12CD4-7393-8073-13E4-9BC19EB6ACB6}"/>
              </a:ext>
            </a:extLst>
          </p:cNvPr>
          <p:cNvSpPr/>
          <p:nvPr/>
        </p:nvSpPr>
        <p:spPr>
          <a:xfrm flipH="1">
            <a:off x="1848508" y="4192440"/>
            <a:ext cx="585300" cy="5853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Playfair Display Medium"/>
                <a:ea typeface="Playfair Display Medium"/>
                <a:cs typeface="Playfair Display Medium"/>
                <a:sym typeface="Playfair Display Medium"/>
              </a:rPr>
              <a:t>4</a:t>
            </a:r>
            <a:endParaRPr sz="2000">
              <a:solidFill>
                <a:schemeClr val="lt1"/>
              </a:solidFill>
              <a:latin typeface="Playfair Display Medium"/>
              <a:ea typeface="Playfair Display Medium"/>
              <a:cs typeface="Playfair Display Medium"/>
              <a:sym typeface="Playfair Display Medium"/>
            </a:endParaRPr>
          </a:p>
        </p:txBody>
      </p:sp>
      <p:sp>
        <p:nvSpPr>
          <p:cNvPr id="733" name="Google Shape;733;p50">
            <a:extLst>
              <a:ext uri="{FF2B5EF4-FFF2-40B4-BE49-F238E27FC236}">
                <a16:creationId xmlns:a16="http://schemas.microsoft.com/office/drawing/2014/main" id="{A84781A7-2957-8022-74AD-0FDB43070230}"/>
              </a:ext>
            </a:extLst>
          </p:cNvPr>
          <p:cNvSpPr/>
          <p:nvPr/>
        </p:nvSpPr>
        <p:spPr>
          <a:xfrm flipH="1">
            <a:off x="765208" y="2880221"/>
            <a:ext cx="585300" cy="5853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50">
            <a:extLst>
              <a:ext uri="{FF2B5EF4-FFF2-40B4-BE49-F238E27FC236}">
                <a16:creationId xmlns:a16="http://schemas.microsoft.com/office/drawing/2014/main" id="{B84CFB67-F85E-7A58-0CDA-34F5689B7EE7}"/>
              </a:ext>
            </a:extLst>
          </p:cNvPr>
          <p:cNvSpPr/>
          <p:nvPr/>
        </p:nvSpPr>
        <p:spPr>
          <a:xfrm flipH="1">
            <a:off x="1848508" y="1461162"/>
            <a:ext cx="585300" cy="5853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Playfair Display Medium"/>
                <a:ea typeface="Playfair Display Medium"/>
                <a:cs typeface="Playfair Display Medium"/>
                <a:sym typeface="Playfair Display Medium"/>
              </a:rPr>
              <a:t>1</a:t>
            </a:r>
            <a:endParaRPr sz="2000">
              <a:solidFill>
                <a:schemeClr val="lt1"/>
              </a:solidFill>
              <a:latin typeface="Playfair Display Medium"/>
              <a:ea typeface="Playfair Display Medium"/>
              <a:cs typeface="Playfair Display Medium"/>
              <a:sym typeface="Playfair Display Medium"/>
            </a:endParaRPr>
          </a:p>
        </p:txBody>
      </p:sp>
      <p:cxnSp>
        <p:nvCxnSpPr>
          <p:cNvPr id="749" name="Google Shape;749;p50">
            <a:extLst>
              <a:ext uri="{FF2B5EF4-FFF2-40B4-BE49-F238E27FC236}">
                <a16:creationId xmlns:a16="http://schemas.microsoft.com/office/drawing/2014/main" id="{CB8CD233-B268-22BC-527B-39961C8742D5}"/>
              </a:ext>
            </a:extLst>
          </p:cNvPr>
          <p:cNvCxnSpPr>
            <a:stCxn id="745" idx="1"/>
            <a:endCxn id="741" idx="3"/>
          </p:cNvCxnSpPr>
          <p:nvPr/>
        </p:nvCxnSpPr>
        <p:spPr>
          <a:xfrm flipH="1">
            <a:off x="4050692" y="1744662"/>
            <a:ext cx="362400" cy="600"/>
          </a:xfrm>
          <a:prstGeom prst="bentConnector3">
            <a:avLst>
              <a:gd name="adj1" fmla="val 49982"/>
            </a:avLst>
          </a:prstGeom>
          <a:noFill/>
          <a:ln w="9525" cap="flat" cmpd="sng">
            <a:solidFill>
              <a:schemeClr val="lt1"/>
            </a:solidFill>
            <a:prstDash val="solid"/>
            <a:round/>
            <a:headEnd type="diamond" w="med" len="med"/>
            <a:tailEnd type="diamond" w="med" len="med"/>
          </a:ln>
        </p:spPr>
      </p:cxnSp>
      <p:cxnSp>
        <p:nvCxnSpPr>
          <p:cNvPr id="750" name="Google Shape;750;p50">
            <a:extLst>
              <a:ext uri="{FF2B5EF4-FFF2-40B4-BE49-F238E27FC236}">
                <a16:creationId xmlns:a16="http://schemas.microsoft.com/office/drawing/2014/main" id="{915B6A77-AE64-7DE5-AFAB-983924D699AA}"/>
              </a:ext>
            </a:extLst>
          </p:cNvPr>
          <p:cNvCxnSpPr>
            <a:stCxn id="746" idx="1"/>
            <a:endCxn id="742" idx="3"/>
          </p:cNvCxnSpPr>
          <p:nvPr/>
        </p:nvCxnSpPr>
        <p:spPr>
          <a:xfrm flipH="1">
            <a:off x="4050793" y="2655088"/>
            <a:ext cx="357600" cy="600"/>
          </a:xfrm>
          <a:prstGeom prst="bentConnector3">
            <a:avLst>
              <a:gd name="adj1" fmla="val 49996"/>
            </a:avLst>
          </a:prstGeom>
          <a:noFill/>
          <a:ln w="9525" cap="flat" cmpd="sng">
            <a:solidFill>
              <a:schemeClr val="lt1"/>
            </a:solidFill>
            <a:prstDash val="solid"/>
            <a:round/>
            <a:headEnd type="diamond" w="med" len="med"/>
            <a:tailEnd type="diamond" w="med" len="med"/>
          </a:ln>
        </p:spPr>
      </p:cxnSp>
      <p:cxnSp>
        <p:nvCxnSpPr>
          <p:cNvPr id="751" name="Google Shape;751;p50">
            <a:extLst>
              <a:ext uri="{FF2B5EF4-FFF2-40B4-BE49-F238E27FC236}">
                <a16:creationId xmlns:a16="http://schemas.microsoft.com/office/drawing/2014/main" id="{146A4865-2604-D66A-CE93-25172F68774C}"/>
              </a:ext>
            </a:extLst>
          </p:cNvPr>
          <p:cNvCxnSpPr>
            <a:stCxn id="747" idx="1"/>
            <a:endCxn id="743" idx="3"/>
          </p:cNvCxnSpPr>
          <p:nvPr/>
        </p:nvCxnSpPr>
        <p:spPr>
          <a:xfrm flipH="1">
            <a:off x="4050789" y="3565514"/>
            <a:ext cx="357600" cy="600"/>
          </a:xfrm>
          <a:prstGeom prst="bentConnector3">
            <a:avLst>
              <a:gd name="adj1" fmla="val 49995"/>
            </a:avLst>
          </a:prstGeom>
          <a:noFill/>
          <a:ln w="9525" cap="flat" cmpd="sng">
            <a:solidFill>
              <a:schemeClr val="lt1"/>
            </a:solidFill>
            <a:prstDash val="solid"/>
            <a:round/>
            <a:headEnd type="diamond" w="med" len="med"/>
            <a:tailEnd type="diamond" w="med" len="med"/>
          </a:ln>
        </p:spPr>
      </p:cxnSp>
      <p:cxnSp>
        <p:nvCxnSpPr>
          <p:cNvPr id="752" name="Google Shape;752;p50">
            <a:extLst>
              <a:ext uri="{FF2B5EF4-FFF2-40B4-BE49-F238E27FC236}">
                <a16:creationId xmlns:a16="http://schemas.microsoft.com/office/drawing/2014/main" id="{9D924E86-2D40-9A5A-09D0-8467B09E6AC4}"/>
              </a:ext>
            </a:extLst>
          </p:cNvPr>
          <p:cNvCxnSpPr>
            <a:stCxn id="748" idx="1"/>
            <a:endCxn id="744" idx="3"/>
          </p:cNvCxnSpPr>
          <p:nvPr/>
        </p:nvCxnSpPr>
        <p:spPr>
          <a:xfrm flipH="1">
            <a:off x="4050692" y="4475940"/>
            <a:ext cx="362400" cy="600"/>
          </a:xfrm>
          <a:prstGeom prst="bentConnector3">
            <a:avLst>
              <a:gd name="adj1" fmla="val 49982"/>
            </a:avLst>
          </a:prstGeom>
          <a:noFill/>
          <a:ln w="9525" cap="flat" cmpd="sng">
            <a:solidFill>
              <a:schemeClr val="lt1"/>
            </a:solidFill>
            <a:prstDash val="solid"/>
            <a:round/>
            <a:headEnd type="diamond" w="med" len="med"/>
            <a:tailEnd type="diamond" w="med" len="med"/>
          </a:ln>
        </p:spPr>
      </p:cxnSp>
      <p:sp>
        <p:nvSpPr>
          <p:cNvPr id="2" name="Google Shape;562;p44">
            <a:extLst>
              <a:ext uri="{FF2B5EF4-FFF2-40B4-BE49-F238E27FC236}">
                <a16:creationId xmlns:a16="http://schemas.microsoft.com/office/drawing/2014/main" id="{5D4AAD6B-DAFA-ABB1-8E05-211A9040069B}"/>
              </a:ext>
            </a:extLst>
          </p:cNvPr>
          <p:cNvSpPr txBox="1">
            <a:spLocks/>
          </p:cNvSpPr>
          <p:nvPr/>
        </p:nvSpPr>
        <p:spPr>
          <a:xfrm>
            <a:off x="3155589" y="1049344"/>
            <a:ext cx="2505600" cy="3657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dirty="0">
                <a:latin typeface="Playfair Display Medium" panose="020B0604020202020204" charset="0"/>
              </a:rPr>
              <a:t>Card System:</a:t>
            </a:r>
          </a:p>
        </p:txBody>
      </p:sp>
      <p:grpSp>
        <p:nvGrpSpPr>
          <p:cNvPr id="5" name="Google Shape;1120;p60">
            <a:extLst>
              <a:ext uri="{FF2B5EF4-FFF2-40B4-BE49-F238E27FC236}">
                <a16:creationId xmlns:a16="http://schemas.microsoft.com/office/drawing/2014/main" id="{CEDD6F08-BD15-1860-3DF7-53E0B31DDEF9}"/>
              </a:ext>
            </a:extLst>
          </p:cNvPr>
          <p:cNvGrpSpPr/>
          <p:nvPr/>
        </p:nvGrpSpPr>
        <p:grpSpPr>
          <a:xfrm>
            <a:off x="884617" y="3025871"/>
            <a:ext cx="336000" cy="294000"/>
            <a:chOff x="4023450" y="2015825"/>
            <a:chExt cx="336000" cy="294000"/>
          </a:xfrm>
        </p:grpSpPr>
        <p:sp>
          <p:nvSpPr>
            <p:cNvPr id="6" name="Google Shape;1121;p60">
              <a:extLst>
                <a:ext uri="{FF2B5EF4-FFF2-40B4-BE49-F238E27FC236}">
                  <a16:creationId xmlns:a16="http://schemas.microsoft.com/office/drawing/2014/main" id="{0E589F39-53B0-0DAC-6519-F4AA91CB7273}"/>
                </a:ext>
              </a:extLst>
            </p:cNvPr>
            <p:cNvSpPr/>
            <p:nvPr/>
          </p:nvSpPr>
          <p:spPr>
            <a:xfrm>
              <a:off x="4023450" y="2015825"/>
              <a:ext cx="336000" cy="294000"/>
            </a:xfrm>
            <a:custGeom>
              <a:avLst/>
              <a:gdLst/>
              <a:ahLst/>
              <a:cxnLst/>
              <a:rect l="l" t="t" r="r" b="b"/>
              <a:pathLst>
                <a:path w="13440" h="11760" extrusionOk="0">
                  <a:moveTo>
                    <a:pt x="5274" y="1074"/>
                  </a:moveTo>
                  <a:lnTo>
                    <a:pt x="5274" y="7093"/>
                  </a:lnTo>
                  <a:lnTo>
                    <a:pt x="374" y="9053"/>
                  </a:lnTo>
                  <a:lnTo>
                    <a:pt x="374" y="3034"/>
                  </a:lnTo>
                  <a:lnTo>
                    <a:pt x="5274" y="1074"/>
                  </a:lnTo>
                  <a:close/>
                  <a:moveTo>
                    <a:pt x="5274" y="7513"/>
                  </a:moveTo>
                  <a:lnTo>
                    <a:pt x="5274" y="9753"/>
                  </a:lnTo>
                  <a:lnTo>
                    <a:pt x="374" y="9753"/>
                  </a:lnTo>
                  <a:lnTo>
                    <a:pt x="374" y="9473"/>
                  </a:lnTo>
                  <a:lnTo>
                    <a:pt x="5274" y="7513"/>
                  </a:lnTo>
                  <a:close/>
                  <a:moveTo>
                    <a:pt x="4340" y="10126"/>
                  </a:moveTo>
                  <a:lnTo>
                    <a:pt x="4340" y="11246"/>
                  </a:lnTo>
                  <a:lnTo>
                    <a:pt x="1261" y="10126"/>
                  </a:lnTo>
                  <a:close/>
                  <a:moveTo>
                    <a:pt x="8680" y="468"/>
                  </a:moveTo>
                  <a:lnTo>
                    <a:pt x="8680" y="9800"/>
                  </a:lnTo>
                  <a:lnTo>
                    <a:pt x="4714" y="11246"/>
                  </a:lnTo>
                  <a:lnTo>
                    <a:pt x="4714" y="10126"/>
                  </a:lnTo>
                  <a:lnTo>
                    <a:pt x="5554" y="10126"/>
                  </a:lnTo>
                  <a:lnTo>
                    <a:pt x="5600" y="10080"/>
                  </a:lnTo>
                  <a:lnTo>
                    <a:pt x="5647" y="10033"/>
                  </a:lnTo>
                  <a:lnTo>
                    <a:pt x="5647" y="9940"/>
                  </a:lnTo>
                  <a:lnTo>
                    <a:pt x="5647" y="1587"/>
                  </a:lnTo>
                  <a:lnTo>
                    <a:pt x="8680" y="468"/>
                  </a:lnTo>
                  <a:close/>
                  <a:moveTo>
                    <a:pt x="94" y="1"/>
                  </a:moveTo>
                  <a:lnTo>
                    <a:pt x="48" y="48"/>
                  </a:lnTo>
                  <a:lnTo>
                    <a:pt x="1" y="94"/>
                  </a:lnTo>
                  <a:lnTo>
                    <a:pt x="1" y="188"/>
                  </a:lnTo>
                  <a:lnTo>
                    <a:pt x="1" y="9940"/>
                  </a:lnTo>
                  <a:lnTo>
                    <a:pt x="1" y="10033"/>
                  </a:lnTo>
                  <a:lnTo>
                    <a:pt x="94" y="10126"/>
                  </a:lnTo>
                  <a:lnTo>
                    <a:pt x="4480" y="11713"/>
                  </a:lnTo>
                  <a:lnTo>
                    <a:pt x="4620" y="11713"/>
                  </a:lnTo>
                  <a:lnTo>
                    <a:pt x="8866" y="10173"/>
                  </a:lnTo>
                  <a:lnTo>
                    <a:pt x="13159" y="11713"/>
                  </a:lnTo>
                  <a:lnTo>
                    <a:pt x="13253" y="11759"/>
                  </a:lnTo>
                  <a:lnTo>
                    <a:pt x="13346" y="11713"/>
                  </a:lnTo>
                  <a:lnTo>
                    <a:pt x="13393" y="11619"/>
                  </a:lnTo>
                  <a:lnTo>
                    <a:pt x="13439" y="11526"/>
                  </a:lnTo>
                  <a:lnTo>
                    <a:pt x="13439" y="10593"/>
                  </a:lnTo>
                  <a:lnTo>
                    <a:pt x="13393" y="10546"/>
                  </a:lnTo>
                  <a:lnTo>
                    <a:pt x="13346" y="10453"/>
                  </a:lnTo>
                  <a:lnTo>
                    <a:pt x="13299" y="10453"/>
                  </a:lnTo>
                  <a:lnTo>
                    <a:pt x="13206" y="10406"/>
                  </a:lnTo>
                  <a:lnTo>
                    <a:pt x="13159" y="10453"/>
                  </a:lnTo>
                  <a:lnTo>
                    <a:pt x="13066" y="10453"/>
                  </a:lnTo>
                  <a:lnTo>
                    <a:pt x="13066" y="10546"/>
                  </a:lnTo>
                  <a:lnTo>
                    <a:pt x="13019" y="10593"/>
                  </a:lnTo>
                  <a:lnTo>
                    <a:pt x="13019" y="11246"/>
                  </a:lnTo>
                  <a:lnTo>
                    <a:pt x="9053" y="9800"/>
                  </a:lnTo>
                  <a:lnTo>
                    <a:pt x="9053" y="468"/>
                  </a:lnTo>
                  <a:lnTo>
                    <a:pt x="13019" y="1914"/>
                  </a:lnTo>
                  <a:lnTo>
                    <a:pt x="13019" y="9566"/>
                  </a:lnTo>
                  <a:lnTo>
                    <a:pt x="13066" y="9660"/>
                  </a:lnTo>
                  <a:lnTo>
                    <a:pt x="13066" y="9706"/>
                  </a:lnTo>
                  <a:lnTo>
                    <a:pt x="13159" y="9753"/>
                  </a:lnTo>
                  <a:lnTo>
                    <a:pt x="13299" y="9753"/>
                  </a:lnTo>
                  <a:lnTo>
                    <a:pt x="13346" y="9706"/>
                  </a:lnTo>
                  <a:lnTo>
                    <a:pt x="13393" y="9660"/>
                  </a:lnTo>
                  <a:lnTo>
                    <a:pt x="13439" y="9566"/>
                  </a:lnTo>
                  <a:lnTo>
                    <a:pt x="13439" y="1774"/>
                  </a:lnTo>
                  <a:lnTo>
                    <a:pt x="13393" y="1681"/>
                  </a:lnTo>
                  <a:lnTo>
                    <a:pt x="13299" y="1587"/>
                  </a:lnTo>
                  <a:lnTo>
                    <a:pt x="8960" y="1"/>
                  </a:lnTo>
                  <a:lnTo>
                    <a:pt x="8820" y="1"/>
                  </a:lnTo>
                  <a:lnTo>
                    <a:pt x="5647" y="1167"/>
                  </a:lnTo>
                  <a:lnTo>
                    <a:pt x="5647" y="188"/>
                  </a:lnTo>
                  <a:lnTo>
                    <a:pt x="5647" y="94"/>
                  </a:lnTo>
                  <a:lnTo>
                    <a:pt x="5600" y="48"/>
                  </a:lnTo>
                  <a:lnTo>
                    <a:pt x="5554" y="1"/>
                  </a:lnTo>
                  <a:lnTo>
                    <a:pt x="1821" y="1"/>
                  </a:lnTo>
                  <a:lnTo>
                    <a:pt x="1774" y="48"/>
                  </a:lnTo>
                  <a:lnTo>
                    <a:pt x="1727" y="188"/>
                  </a:lnTo>
                  <a:lnTo>
                    <a:pt x="1774" y="328"/>
                  </a:lnTo>
                  <a:lnTo>
                    <a:pt x="1821" y="374"/>
                  </a:lnTo>
                  <a:lnTo>
                    <a:pt x="5274" y="374"/>
                  </a:lnTo>
                  <a:lnTo>
                    <a:pt x="5274" y="654"/>
                  </a:lnTo>
                  <a:lnTo>
                    <a:pt x="374" y="2614"/>
                  </a:lnTo>
                  <a:lnTo>
                    <a:pt x="374" y="374"/>
                  </a:lnTo>
                  <a:lnTo>
                    <a:pt x="934" y="374"/>
                  </a:lnTo>
                  <a:lnTo>
                    <a:pt x="1027" y="328"/>
                  </a:lnTo>
                  <a:lnTo>
                    <a:pt x="1074" y="281"/>
                  </a:lnTo>
                  <a:lnTo>
                    <a:pt x="1074" y="188"/>
                  </a:lnTo>
                  <a:lnTo>
                    <a:pt x="1074" y="94"/>
                  </a:lnTo>
                  <a:lnTo>
                    <a:pt x="1027" y="48"/>
                  </a:lnTo>
                  <a:lnTo>
                    <a:pt x="9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122;p60">
              <a:extLst>
                <a:ext uri="{FF2B5EF4-FFF2-40B4-BE49-F238E27FC236}">
                  <a16:creationId xmlns:a16="http://schemas.microsoft.com/office/drawing/2014/main" id="{27D8174E-483A-2E9F-86C8-57EC3620E235}"/>
                </a:ext>
              </a:extLst>
            </p:cNvPr>
            <p:cNvSpPr/>
            <p:nvPr/>
          </p:nvSpPr>
          <p:spPr>
            <a:xfrm>
              <a:off x="4266100" y="2060175"/>
              <a:ext cx="66500" cy="30350"/>
            </a:xfrm>
            <a:custGeom>
              <a:avLst/>
              <a:gdLst/>
              <a:ahLst/>
              <a:cxnLst/>
              <a:rect l="l" t="t" r="r" b="b"/>
              <a:pathLst>
                <a:path w="2660" h="1214" extrusionOk="0">
                  <a:moveTo>
                    <a:pt x="140" y="0"/>
                  </a:moveTo>
                  <a:lnTo>
                    <a:pt x="47" y="47"/>
                  </a:lnTo>
                  <a:lnTo>
                    <a:pt x="0" y="93"/>
                  </a:lnTo>
                  <a:lnTo>
                    <a:pt x="0" y="187"/>
                  </a:lnTo>
                  <a:lnTo>
                    <a:pt x="0" y="280"/>
                  </a:lnTo>
                  <a:lnTo>
                    <a:pt x="47" y="327"/>
                  </a:lnTo>
                  <a:lnTo>
                    <a:pt x="140" y="373"/>
                  </a:lnTo>
                  <a:lnTo>
                    <a:pt x="2427" y="1213"/>
                  </a:lnTo>
                  <a:lnTo>
                    <a:pt x="2567" y="1213"/>
                  </a:lnTo>
                  <a:lnTo>
                    <a:pt x="2660" y="1073"/>
                  </a:lnTo>
                  <a:lnTo>
                    <a:pt x="2660" y="933"/>
                  </a:lnTo>
                  <a:lnTo>
                    <a:pt x="2613" y="887"/>
                  </a:lnTo>
                  <a:lnTo>
                    <a:pt x="2567" y="840"/>
                  </a:lnTo>
                  <a:lnTo>
                    <a:pt x="2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123;p60">
              <a:extLst>
                <a:ext uri="{FF2B5EF4-FFF2-40B4-BE49-F238E27FC236}">
                  <a16:creationId xmlns:a16="http://schemas.microsoft.com/office/drawing/2014/main" id="{8F381A56-ED19-6CB9-2CE7-5F53E7985644}"/>
                </a:ext>
              </a:extLst>
            </p:cNvPr>
            <p:cNvSpPr/>
            <p:nvPr/>
          </p:nvSpPr>
          <p:spPr>
            <a:xfrm>
              <a:off x="4266100" y="2084650"/>
              <a:ext cx="66500" cy="30375"/>
            </a:xfrm>
            <a:custGeom>
              <a:avLst/>
              <a:gdLst/>
              <a:ahLst/>
              <a:cxnLst/>
              <a:rect l="l" t="t" r="r" b="b"/>
              <a:pathLst>
                <a:path w="2660" h="1215" extrusionOk="0">
                  <a:moveTo>
                    <a:pt x="140" y="1"/>
                  </a:moveTo>
                  <a:lnTo>
                    <a:pt x="47" y="48"/>
                  </a:lnTo>
                  <a:lnTo>
                    <a:pt x="0" y="141"/>
                  </a:lnTo>
                  <a:lnTo>
                    <a:pt x="0" y="188"/>
                  </a:lnTo>
                  <a:lnTo>
                    <a:pt x="0" y="281"/>
                  </a:lnTo>
                  <a:lnTo>
                    <a:pt x="47" y="328"/>
                  </a:lnTo>
                  <a:lnTo>
                    <a:pt x="140" y="374"/>
                  </a:lnTo>
                  <a:lnTo>
                    <a:pt x="2427" y="1214"/>
                  </a:lnTo>
                  <a:lnTo>
                    <a:pt x="2567" y="1214"/>
                  </a:lnTo>
                  <a:lnTo>
                    <a:pt x="2660" y="1121"/>
                  </a:lnTo>
                  <a:lnTo>
                    <a:pt x="2660" y="981"/>
                  </a:lnTo>
                  <a:lnTo>
                    <a:pt x="2613" y="887"/>
                  </a:lnTo>
                  <a:lnTo>
                    <a:pt x="2567" y="841"/>
                  </a:lnTo>
                  <a:lnTo>
                    <a:pt x="2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24;p60">
              <a:extLst>
                <a:ext uri="{FF2B5EF4-FFF2-40B4-BE49-F238E27FC236}">
                  <a16:creationId xmlns:a16="http://schemas.microsoft.com/office/drawing/2014/main" id="{5735C2C3-9376-8875-CD0C-15E6BEF0CF06}"/>
                </a:ext>
              </a:extLst>
            </p:cNvPr>
            <p:cNvSpPr/>
            <p:nvPr/>
          </p:nvSpPr>
          <p:spPr>
            <a:xfrm>
              <a:off x="4266100" y="2109150"/>
              <a:ext cx="66500" cy="31525"/>
            </a:xfrm>
            <a:custGeom>
              <a:avLst/>
              <a:gdLst/>
              <a:ahLst/>
              <a:cxnLst/>
              <a:rect l="l" t="t" r="r" b="b"/>
              <a:pathLst>
                <a:path w="2660" h="1261" extrusionOk="0">
                  <a:moveTo>
                    <a:pt x="187" y="1"/>
                  </a:moveTo>
                  <a:lnTo>
                    <a:pt x="140" y="47"/>
                  </a:lnTo>
                  <a:lnTo>
                    <a:pt x="47" y="94"/>
                  </a:lnTo>
                  <a:lnTo>
                    <a:pt x="0" y="141"/>
                  </a:lnTo>
                  <a:lnTo>
                    <a:pt x="0" y="234"/>
                  </a:lnTo>
                  <a:lnTo>
                    <a:pt x="0" y="281"/>
                  </a:lnTo>
                  <a:lnTo>
                    <a:pt x="47" y="327"/>
                  </a:lnTo>
                  <a:lnTo>
                    <a:pt x="140" y="374"/>
                  </a:lnTo>
                  <a:lnTo>
                    <a:pt x="2427" y="1214"/>
                  </a:lnTo>
                  <a:lnTo>
                    <a:pt x="2520" y="1261"/>
                  </a:lnTo>
                  <a:lnTo>
                    <a:pt x="2567" y="1214"/>
                  </a:lnTo>
                  <a:lnTo>
                    <a:pt x="2660" y="1121"/>
                  </a:lnTo>
                  <a:lnTo>
                    <a:pt x="2660" y="981"/>
                  </a:lnTo>
                  <a:lnTo>
                    <a:pt x="2613" y="934"/>
                  </a:lnTo>
                  <a:lnTo>
                    <a:pt x="2567" y="887"/>
                  </a:lnTo>
                  <a:lnTo>
                    <a:pt x="2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25;p60">
              <a:extLst>
                <a:ext uri="{FF2B5EF4-FFF2-40B4-BE49-F238E27FC236}">
                  <a16:creationId xmlns:a16="http://schemas.microsoft.com/office/drawing/2014/main" id="{489DC58F-DA26-D01E-A784-E1A5BA201E71}"/>
                </a:ext>
              </a:extLst>
            </p:cNvPr>
            <p:cNvSpPr/>
            <p:nvPr/>
          </p:nvSpPr>
          <p:spPr>
            <a:xfrm>
              <a:off x="4266100" y="2134825"/>
              <a:ext cx="66500" cy="30350"/>
            </a:xfrm>
            <a:custGeom>
              <a:avLst/>
              <a:gdLst/>
              <a:ahLst/>
              <a:cxnLst/>
              <a:rect l="l" t="t" r="r" b="b"/>
              <a:pathLst>
                <a:path w="2660" h="1214" extrusionOk="0">
                  <a:moveTo>
                    <a:pt x="140" y="0"/>
                  </a:moveTo>
                  <a:lnTo>
                    <a:pt x="47" y="47"/>
                  </a:lnTo>
                  <a:lnTo>
                    <a:pt x="0" y="94"/>
                  </a:lnTo>
                  <a:lnTo>
                    <a:pt x="0" y="187"/>
                  </a:lnTo>
                  <a:lnTo>
                    <a:pt x="0" y="234"/>
                  </a:lnTo>
                  <a:lnTo>
                    <a:pt x="47" y="327"/>
                  </a:lnTo>
                  <a:lnTo>
                    <a:pt x="140" y="374"/>
                  </a:lnTo>
                  <a:lnTo>
                    <a:pt x="2427" y="1213"/>
                  </a:lnTo>
                  <a:lnTo>
                    <a:pt x="2567" y="1213"/>
                  </a:lnTo>
                  <a:lnTo>
                    <a:pt x="2660" y="1073"/>
                  </a:lnTo>
                  <a:lnTo>
                    <a:pt x="2660" y="933"/>
                  </a:lnTo>
                  <a:lnTo>
                    <a:pt x="2613" y="887"/>
                  </a:lnTo>
                  <a:lnTo>
                    <a:pt x="2567" y="840"/>
                  </a:lnTo>
                  <a:lnTo>
                    <a:pt x="2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26;p60">
              <a:extLst>
                <a:ext uri="{FF2B5EF4-FFF2-40B4-BE49-F238E27FC236}">
                  <a16:creationId xmlns:a16="http://schemas.microsoft.com/office/drawing/2014/main" id="{DEEC77A1-3DDF-4E83-8031-098FEF969995}"/>
                </a:ext>
              </a:extLst>
            </p:cNvPr>
            <p:cNvSpPr/>
            <p:nvPr/>
          </p:nvSpPr>
          <p:spPr>
            <a:xfrm>
              <a:off x="4266100" y="2159325"/>
              <a:ext cx="66500" cy="30350"/>
            </a:xfrm>
            <a:custGeom>
              <a:avLst/>
              <a:gdLst/>
              <a:ahLst/>
              <a:cxnLst/>
              <a:rect l="l" t="t" r="r" b="b"/>
              <a:pathLst>
                <a:path w="2660" h="1214" extrusionOk="0">
                  <a:moveTo>
                    <a:pt x="140" y="0"/>
                  </a:moveTo>
                  <a:lnTo>
                    <a:pt x="47" y="47"/>
                  </a:lnTo>
                  <a:lnTo>
                    <a:pt x="0" y="140"/>
                  </a:lnTo>
                  <a:lnTo>
                    <a:pt x="0" y="187"/>
                  </a:lnTo>
                  <a:lnTo>
                    <a:pt x="0" y="280"/>
                  </a:lnTo>
                  <a:lnTo>
                    <a:pt x="47" y="327"/>
                  </a:lnTo>
                  <a:lnTo>
                    <a:pt x="140" y="373"/>
                  </a:lnTo>
                  <a:lnTo>
                    <a:pt x="2427" y="1213"/>
                  </a:lnTo>
                  <a:lnTo>
                    <a:pt x="2567" y="1213"/>
                  </a:lnTo>
                  <a:lnTo>
                    <a:pt x="2660" y="1120"/>
                  </a:lnTo>
                  <a:lnTo>
                    <a:pt x="2660" y="980"/>
                  </a:lnTo>
                  <a:lnTo>
                    <a:pt x="2613" y="887"/>
                  </a:lnTo>
                  <a:lnTo>
                    <a:pt x="2567" y="840"/>
                  </a:lnTo>
                  <a:lnTo>
                    <a:pt x="2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27;p60">
              <a:extLst>
                <a:ext uri="{FF2B5EF4-FFF2-40B4-BE49-F238E27FC236}">
                  <a16:creationId xmlns:a16="http://schemas.microsoft.com/office/drawing/2014/main" id="{1CBFEF61-B0F7-54E4-E1F0-E7BA7263EC8D}"/>
                </a:ext>
              </a:extLst>
            </p:cNvPr>
            <p:cNvSpPr/>
            <p:nvPr/>
          </p:nvSpPr>
          <p:spPr>
            <a:xfrm>
              <a:off x="4266100" y="2183825"/>
              <a:ext cx="66500" cy="31500"/>
            </a:xfrm>
            <a:custGeom>
              <a:avLst/>
              <a:gdLst/>
              <a:ahLst/>
              <a:cxnLst/>
              <a:rect l="l" t="t" r="r" b="b"/>
              <a:pathLst>
                <a:path w="2660" h="1260" extrusionOk="0">
                  <a:moveTo>
                    <a:pt x="187" y="0"/>
                  </a:moveTo>
                  <a:lnTo>
                    <a:pt x="140" y="47"/>
                  </a:lnTo>
                  <a:lnTo>
                    <a:pt x="47" y="47"/>
                  </a:lnTo>
                  <a:lnTo>
                    <a:pt x="0" y="140"/>
                  </a:lnTo>
                  <a:lnTo>
                    <a:pt x="0" y="233"/>
                  </a:lnTo>
                  <a:lnTo>
                    <a:pt x="0" y="280"/>
                  </a:lnTo>
                  <a:lnTo>
                    <a:pt x="47" y="327"/>
                  </a:lnTo>
                  <a:lnTo>
                    <a:pt x="140" y="373"/>
                  </a:lnTo>
                  <a:lnTo>
                    <a:pt x="2427" y="1213"/>
                  </a:lnTo>
                  <a:lnTo>
                    <a:pt x="2520" y="1260"/>
                  </a:lnTo>
                  <a:lnTo>
                    <a:pt x="2567" y="1213"/>
                  </a:lnTo>
                  <a:lnTo>
                    <a:pt x="2660" y="1120"/>
                  </a:lnTo>
                  <a:lnTo>
                    <a:pt x="2660" y="980"/>
                  </a:lnTo>
                  <a:lnTo>
                    <a:pt x="2613" y="933"/>
                  </a:lnTo>
                  <a:lnTo>
                    <a:pt x="2567" y="887"/>
                  </a:lnTo>
                  <a:lnTo>
                    <a:pt x="2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28;p60">
              <a:extLst>
                <a:ext uri="{FF2B5EF4-FFF2-40B4-BE49-F238E27FC236}">
                  <a16:creationId xmlns:a16="http://schemas.microsoft.com/office/drawing/2014/main" id="{4D8B599E-D5B0-7AB3-D5A4-842BBDBBD39F}"/>
                </a:ext>
              </a:extLst>
            </p:cNvPr>
            <p:cNvSpPr/>
            <p:nvPr/>
          </p:nvSpPr>
          <p:spPr>
            <a:xfrm>
              <a:off x="4266100" y="2208300"/>
              <a:ext cx="66500" cy="31525"/>
            </a:xfrm>
            <a:custGeom>
              <a:avLst/>
              <a:gdLst/>
              <a:ahLst/>
              <a:cxnLst/>
              <a:rect l="l" t="t" r="r" b="b"/>
              <a:pathLst>
                <a:path w="2660" h="1261" extrusionOk="0">
                  <a:moveTo>
                    <a:pt x="187" y="1"/>
                  </a:moveTo>
                  <a:lnTo>
                    <a:pt x="140" y="48"/>
                  </a:lnTo>
                  <a:lnTo>
                    <a:pt x="47" y="94"/>
                  </a:lnTo>
                  <a:lnTo>
                    <a:pt x="0" y="141"/>
                  </a:lnTo>
                  <a:lnTo>
                    <a:pt x="0" y="234"/>
                  </a:lnTo>
                  <a:lnTo>
                    <a:pt x="0" y="281"/>
                  </a:lnTo>
                  <a:lnTo>
                    <a:pt x="47" y="374"/>
                  </a:lnTo>
                  <a:lnTo>
                    <a:pt x="140" y="421"/>
                  </a:lnTo>
                  <a:lnTo>
                    <a:pt x="2427" y="1261"/>
                  </a:lnTo>
                  <a:lnTo>
                    <a:pt x="2520" y="1261"/>
                  </a:lnTo>
                  <a:lnTo>
                    <a:pt x="2567" y="1214"/>
                  </a:lnTo>
                  <a:lnTo>
                    <a:pt x="2660" y="1121"/>
                  </a:lnTo>
                  <a:lnTo>
                    <a:pt x="2660" y="981"/>
                  </a:lnTo>
                  <a:lnTo>
                    <a:pt x="2613" y="934"/>
                  </a:lnTo>
                  <a:lnTo>
                    <a:pt x="2567" y="887"/>
                  </a:lnTo>
                  <a:lnTo>
                    <a:pt x="280" y="48"/>
                  </a:lnTo>
                  <a:lnTo>
                    <a:pt x="1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29;p60">
              <a:extLst>
                <a:ext uri="{FF2B5EF4-FFF2-40B4-BE49-F238E27FC236}">
                  <a16:creationId xmlns:a16="http://schemas.microsoft.com/office/drawing/2014/main" id="{AE144990-53AA-985F-EEE2-E8F6CBB4F943}"/>
                </a:ext>
              </a:extLst>
            </p:cNvPr>
            <p:cNvSpPr/>
            <p:nvPr/>
          </p:nvSpPr>
          <p:spPr>
            <a:xfrm>
              <a:off x="4266100" y="2233975"/>
              <a:ext cx="66500" cy="30350"/>
            </a:xfrm>
            <a:custGeom>
              <a:avLst/>
              <a:gdLst/>
              <a:ahLst/>
              <a:cxnLst/>
              <a:rect l="l" t="t" r="r" b="b"/>
              <a:pathLst>
                <a:path w="2660" h="1214" extrusionOk="0">
                  <a:moveTo>
                    <a:pt x="140" y="0"/>
                  </a:moveTo>
                  <a:lnTo>
                    <a:pt x="47" y="47"/>
                  </a:lnTo>
                  <a:lnTo>
                    <a:pt x="0" y="140"/>
                  </a:lnTo>
                  <a:lnTo>
                    <a:pt x="0" y="187"/>
                  </a:lnTo>
                  <a:lnTo>
                    <a:pt x="0" y="280"/>
                  </a:lnTo>
                  <a:lnTo>
                    <a:pt x="47" y="327"/>
                  </a:lnTo>
                  <a:lnTo>
                    <a:pt x="140" y="374"/>
                  </a:lnTo>
                  <a:lnTo>
                    <a:pt x="2427" y="1214"/>
                  </a:lnTo>
                  <a:lnTo>
                    <a:pt x="2567" y="1214"/>
                  </a:lnTo>
                  <a:lnTo>
                    <a:pt x="2660" y="1120"/>
                  </a:lnTo>
                  <a:lnTo>
                    <a:pt x="2660" y="980"/>
                  </a:lnTo>
                  <a:lnTo>
                    <a:pt x="2613" y="887"/>
                  </a:lnTo>
                  <a:lnTo>
                    <a:pt x="2567" y="840"/>
                  </a:lnTo>
                  <a:lnTo>
                    <a:pt x="2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30;p60">
              <a:extLst>
                <a:ext uri="{FF2B5EF4-FFF2-40B4-BE49-F238E27FC236}">
                  <a16:creationId xmlns:a16="http://schemas.microsoft.com/office/drawing/2014/main" id="{A95DFB6F-AF32-B8E8-3265-314CB06285F6}"/>
                </a:ext>
              </a:extLst>
            </p:cNvPr>
            <p:cNvSpPr/>
            <p:nvPr/>
          </p:nvSpPr>
          <p:spPr>
            <a:xfrm>
              <a:off x="4061950" y="2095150"/>
              <a:ext cx="64200" cy="94525"/>
            </a:xfrm>
            <a:custGeom>
              <a:avLst/>
              <a:gdLst/>
              <a:ahLst/>
              <a:cxnLst/>
              <a:rect l="l" t="t" r="r" b="b"/>
              <a:pathLst>
                <a:path w="2568" h="3781" extrusionOk="0">
                  <a:moveTo>
                    <a:pt x="747" y="1"/>
                  </a:moveTo>
                  <a:lnTo>
                    <a:pt x="701" y="47"/>
                  </a:lnTo>
                  <a:lnTo>
                    <a:pt x="607" y="94"/>
                  </a:lnTo>
                  <a:lnTo>
                    <a:pt x="47" y="654"/>
                  </a:lnTo>
                  <a:lnTo>
                    <a:pt x="1" y="701"/>
                  </a:lnTo>
                  <a:lnTo>
                    <a:pt x="1" y="794"/>
                  </a:lnTo>
                  <a:lnTo>
                    <a:pt x="1" y="2987"/>
                  </a:lnTo>
                  <a:lnTo>
                    <a:pt x="1" y="3080"/>
                  </a:lnTo>
                  <a:lnTo>
                    <a:pt x="47" y="3127"/>
                  </a:lnTo>
                  <a:lnTo>
                    <a:pt x="607" y="3687"/>
                  </a:lnTo>
                  <a:lnTo>
                    <a:pt x="701" y="3734"/>
                  </a:lnTo>
                  <a:lnTo>
                    <a:pt x="747" y="3780"/>
                  </a:lnTo>
                  <a:lnTo>
                    <a:pt x="1774" y="3780"/>
                  </a:lnTo>
                  <a:lnTo>
                    <a:pt x="1867" y="3734"/>
                  </a:lnTo>
                  <a:lnTo>
                    <a:pt x="1914" y="3687"/>
                  </a:lnTo>
                  <a:lnTo>
                    <a:pt x="2520" y="3127"/>
                  </a:lnTo>
                  <a:lnTo>
                    <a:pt x="2520" y="3080"/>
                  </a:lnTo>
                  <a:lnTo>
                    <a:pt x="2567" y="2987"/>
                  </a:lnTo>
                  <a:lnTo>
                    <a:pt x="2567" y="2520"/>
                  </a:lnTo>
                  <a:lnTo>
                    <a:pt x="2520" y="2427"/>
                  </a:lnTo>
                  <a:lnTo>
                    <a:pt x="2474" y="2381"/>
                  </a:lnTo>
                  <a:lnTo>
                    <a:pt x="2380" y="2334"/>
                  </a:lnTo>
                  <a:lnTo>
                    <a:pt x="2240" y="2381"/>
                  </a:lnTo>
                  <a:lnTo>
                    <a:pt x="2194" y="2427"/>
                  </a:lnTo>
                  <a:lnTo>
                    <a:pt x="2147" y="2520"/>
                  </a:lnTo>
                  <a:lnTo>
                    <a:pt x="2147" y="2894"/>
                  </a:lnTo>
                  <a:lnTo>
                    <a:pt x="1727" y="3360"/>
                  </a:lnTo>
                  <a:lnTo>
                    <a:pt x="841" y="3360"/>
                  </a:lnTo>
                  <a:lnTo>
                    <a:pt x="374" y="2894"/>
                  </a:lnTo>
                  <a:lnTo>
                    <a:pt x="374" y="841"/>
                  </a:lnTo>
                  <a:lnTo>
                    <a:pt x="841" y="421"/>
                  </a:lnTo>
                  <a:lnTo>
                    <a:pt x="1727" y="421"/>
                  </a:lnTo>
                  <a:lnTo>
                    <a:pt x="2147" y="841"/>
                  </a:lnTo>
                  <a:lnTo>
                    <a:pt x="2147" y="1261"/>
                  </a:lnTo>
                  <a:lnTo>
                    <a:pt x="2194" y="1307"/>
                  </a:lnTo>
                  <a:lnTo>
                    <a:pt x="2240" y="1401"/>
                  </a:lnTo>
                  <a:lnTo>
                    <a:pt x="2287" y="1447"/>
                  </a:lnTo>
                  <a:lnTo>
                    <a:pt x="2427" y="1447"/>
                  </a:lnTo>
                  <a:lnTo>
                    <a:pt x="2520" y="1401"/>
                  </a:lnTo>
                  <a:lnTo>
                    <a:pt x="2520" y="1307"/>
                  </a:lnTo>
                  <a:lnTo>
                    <a:pt x="2567" y="1261"/>
                  </a:lnTo>
                  <a:lnTo>
                    <a:pt x="2567" y="794"/>
                  </a:lnTo>
                  <a:lnTo>
                    <a:pt x="2520" y="701"/>
                  </a:lnTo>
                  <a:lnTo>
                    <a:pt x="2520" y="654"/>
                  </a:lnTo>
                  <a:lnTo>
                    <a:pt x="1914" y="94"/>
                  </a:lnTo>
                  <a:lnTo>
                    <a:pt x="1867" y="47"/>
                  </a:lnTo>
                  <a:lnTo>
                    <a:pt x="17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Google Shape;432;p35">
            <a:extLst>
              <a:ext uri="{FF2B5EF4-FFF2-40B4-BE49-F238E27FC236}">
                <a16:creationId xmlns:a16="http://schemas.microsoft.com/office/drawing/2014/main" id="{10529F78-B47B-B0D2-BF0D-265A3AD62EA0}"/>
              </a:ext>
            </a:extLst>
          </p:cNvPr>
          <p:cNvSpPr txBox="1">
            <a:spLocks/>
          </p:cNvSpPr>
          <p:nvPr/>
        </p:nvSpPr>
        <p:spPr>
          <a:xfrm>
            <a:off x="8622506" y="4750283"/>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19</a:t>
            </a:r>
          </a:p>
        </p:txBody>
      </p:sp>
    </p:spTree>
    <p:extLst>
      <p:ext uri="{BB962C8B-B14F-4D97-AF65-F5344CB8AC3E}">
        <p14:creationId xmlns:p14="http://schemas.microsoft.com/office/powerpoint/2010/main" val="679628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43"/>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Implementation:</a:t>
            </a:r>
            <a:endParaRPr dirty="0"/>
          </a:p>
        </p:txBody>
      </p:sp>
      <p:sp>
        <p:nvSpPr>
          <p:cNvPr id="527" name="Google Shape;527;p43"/>
          <p:cNvSpPr txBox="1"/>
          <p:nvPr/>
        </p:nvSpPr>
        <p:spPr>
          <a:xfrm>
            <a:off x="815454" y="1314942"/>
            <a:ext cx="2551200" cy="365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000" dirty="0">
                <a:solidFill>
                  <a:schemeClr val="lt1"/>
                </a:solidFill>
                <a:latin typeface="Playfair Display Medium"/>
                <a:ea typeface="Playfair Display Medium"/>
                <a:cs typeface="Playfair Display Medium"/>
                <a:sym typeface="Playfair Display Medium"/>
              </a:rPr>
              <a:t>Enemy AI:</a:t>
            </a:r>
            <a:endParaRPr sz="2000" dirty="0">
              <a:solidFill>
                <a:schemeClr val="lt1"/>
              </a:solidFill>
              <a:latin typeface="Playfair Display Medium"/>
              <a:ea typeface="Playfair Display Medium"/>
              <a:cs typeface="Playfair Display Medium"/>
              <a:sym typeface="Playfair Display Medium"/>
            </a:endParaRPr>
          </a:p>
        </p:txBody>
      </p:sp>
      <p:sp>
        <p:nvSpPr>
          <p:cNvPr id="528" name="Google Shape;528;p43"/>
          <p:cNvSpPr txBox="1"/>
          <p:nvPr/>
        </p:nvSpPr>
        <p:spPr>
          <a:xfrm>
            <a:off x="815400" y="1680642"/>
            <a:ext cx="2551200" cy="29307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US" u="sng" dirty="0">
                <a:solidFill>
                  <a:schemeClr val="lt1"/>
                </a:solidFill>
                <a:latin typeface="Hind"/>
                <a:ea typeface="Hind"/>
                <a:cs typeface="Hind"/>
                <a:sym typeface="Hind"/>
              </a:rPr>
              <a:t>Conditional:</a:t>
            </a:r>
          </a:p>
          <a:p>
            <a:pPr marL="285750" lvl="0" indent="-285750" algn="just" rtl="0">
              <a:lnSpc>
                <a:spcPct val="115000"/>
              </a:lnSpc>
              <a:spcBef>
                <a:spcPts val="0"/>
              </a:spcBef>
              <a:spcAft>
                <a:spcPts val="0"/>
              </a:spcAft>
              <a:buFont typeface="Arial" panose="020B0604020202020204" pitchFamily="34" charset="0"/>
              <a:buChar char="•"/>
            </a:pPr>
            <a:r>
              <a:rPr lang="en-US" dirty="0">
                <a:solidFill>
                  <a:schemeClr val="lt1"/>
                </a:solidFill>
                <a:latin typeface="Hind"/>
                <a:ea typeface="Hind"/>
                <a:cs typeface="Hind"/>
                <a:sym typeface="Hind"/>
              </a:rPr>
              <a:t>If a certain enemy’s HP drops below the threshold, a different action is performed.</a:t>
            </a:r>
          </a:p>
          <a:p>
            <a:pPr lvl="0" algn="just" rtl="0">
              <a:lnSpc>
                <a:spcPct val="115000"/>
              </a:lnSpc>
              <a:spcBef>
                <a:spcPts val="0"/>
              </a:spcBef>
              <a:spcAft>
                <a:spcPts val="0"/>
              </a:spcAft>
            </a:pPr>
            <a:endParaRPr lang="en-US" dirty="0">
              <a:solidFill>
                <a:schemeClr val="lt1"/>
              </a:solidFill>
              <a:latin typeface="Hind"/>
              <a:ea typeface="Hind"/>
              <a:cs typeface="Hind"/>
              <a:sym typeface="Hind"/>
            </a:endParaRPr>
          </a:p>
          <a:p>
            <a:pPr lvl="0" algn="just" rtl="0">
              <a:lnSpc>
                <a:spcPct val="115000"/>
              </a:lnSpc>
              <a:spcBef>
                <a:spcPts val="0"/>
              </a:spcBef>
              <a:spcAft>
                <a:spcPts val="0"/>
              </a:spcAft>
            </a:pPr>
            <a:r>
              <a:rPr lang="en-US" u="sng" dirty="0">
                <a:solidFill>
                  <a:schemeClr val="lt1"/>
                </a:solidFill>
                <a:latin typeface="Hind"/>
                <a:ea typeface="Hind"/>
                <a:cs typeface="Hind"/>
                <a:sym typeface="Hind"/>
              </a:rPr>
              <a:t>Chance-based</a:t>
            </a:r>
            <a:r>
              <a:rPr lang="en-US" dirty="0">
                <a:solidFill>
                  <a:schemeClr val="lt1"/>
                </a:solidFill>
                <a:latin typeface="Hind"/>
                <a:ea typeface="Hind"/>
                <a:cs typeface="Hind"/>
                <a:sym typeface="Hind"/>
              </a:rPr>
              <a:t>:</a:t>
            </a:r>
          </a:p>
          <a:p>
            <a:pPr marL="285750" lvl="0" indent="-285750" algn="just" rtl="0">
              <a:lnSpc>
                <a:spcPct val="115000"/>
              </a:lnSpc>
              <a:spcBef>
                <a:spcPts val="0"/>
              </a:spcBef>
              <a:spcAft>
                <a:spcPts val="0"/>
              </a:spcAft>
              <a:buFont typeface="Arial" panose="020B0604020202020204" pitchFamily="34" charset="0"/>
              <a:buChar char="•"/>
            </a:pPr>
            <a:r>
              <a:rPr lang="en-US" dirty="0">
                <a:solidFill>
                  <a:schemeClr val="lt1"/>
                </a:solidFill>
                <a:latin typeface="Hind"/>
                <a:ea typeface="Hind"/>
                <a:cs typeface="Hind"/>
                <a:sym typeface="Hind"/>
              </a:rPr>
              <a:t>Each chance-based action has a weighted value, in order not to make the enemy action random.</a:t>
            </a:r>
            <a:endParaRPr dirty="0">
              <a:solidFill>
                <a:schemeClr val="lt1"/>
              </a:solidFill>
              <a:latin typeface="Hind"/>
              <a:ea typeface="Hind"/>
              <a:cs typeface="Hind"/>
              <a:sym typeface="Hind"/>
            </a:endParaRPr>
          </a:p>
        </p:txBody>
      </p:sp>
      <p:sp>
        <p:nvSpPr>
          <p:cNvPr id="529" name="Google Shape;529;p43"/>
          <p:cNvSpPr txBox="1"/>
          <p:nvPr/>
        </p:nvSpPr>
        <p:spPr>
          <a:xfrm>
            <a:off x="3482275" y="2250780"/>
            <a:ext cx="1654499" cy="365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US" sz="1800" dirty="0">
                <a:solidFill>
                  <a:schemeClr val="lt1"/>
                </a:solidFill>
                <a:latin typeface="Playfair Display Medium"/>
                <a:ea typeface="Playfair Display Medium"/>
                <a:cs typeface="Playfair Display Medium"/>
                <a:sym typeface="Playfair Display Medium"/>
              </a:rPr>
              <a:t>Conditional</a:t>
            </a:r>
            <a:endParaRPr sz="1800" dirty="0">
              <a:solidFill>
                <a:schemeClr val="lt1"/>
              </a:solidFill>
              <a:latin typeface="Playfair Display Medium"/>
              <a:ea typeface="Playfair Display Medium"/>
              <a:cs typeface="Playfair Display Medium"/>
              <a:sym typeface="Playfair Display Medium"/>
            </a:endParaRPr>
          </a:p>
        </p:txBody>
      </p:sp>
      <p:sp>
        <p:nvSpPr>
          <p:cNvPr id="531" name="Google Shape;531;p43"/>
          <p:cNvSpPr txBox="1"/>
          <p:nvPr/>
        </p:nvSpPr>
        <p:spPr>
          <a:xfrm>
            <a:off x="6270614" y="2250681"/>
            <a:ext cx="2366240" cy="365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US" sz="1800" dirty="0">
                <a:solidFill>
                  <a:schemeClr val="lt1"/>
                </a:solidFill>
                <a:latin typeface="Playfair Display Medium"/>
                <a:ea typeface="Playfair Display Medium"/>
                <a:cs typeface="Playfair Display Medium"/>
                <a:sym typeface="Playfair Display Medium"/>
              </a:rPr>
              <a:t>Chance-based</a:t>
            </a:r>
            <a:endParaRPr sz="1800" dirty="0">
              <a:solidFill>
                <a:schemeClr val="lt1"/>
              </a:solidFill>
              <a:latin typeface="Playfair Display Medium"/>
              <a:ea typeface="Playfair Display Medium"/>
              <a:cs typeface="Playfair Display Medium"/>
              <a:sym typeface="Playfair Display Medium"/>
            </a:endParaRPr>
          </a:p>
        </p:txBody>
      </p:sp>
      <p:sp>
        <p:nvSpPr>
          <p:cNvPr id="534" name="Google Shape;534;p43"/>
          <p:cNvSpPr txBox="1"/>
          <p:nvPr/>
        </p:nvSpPr>
        <p:spPr>
          <a:xfrm>
            <a:off x="5088171" y="3964523"/>
            <a:ext cx="17520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000" dirty="0">
                <a:solidFill>
                  <a:schemeClr val="lt1"/>
                </a:solidFill>
                <a:latin typeface="Playfair Display Medium"/>
                <a:ea typeface="Playfair Display Medium"/>
                <a:cs typeface="Playfair Display Medium"/>
                <a:sym typeface="Playfair Display Medium"/>
              </a:rPr>
              <a:t>Enemy AI</a:t>
            </a:r>
            <a:endParaRPr sz="2000" dirty="0">
              <a:solidFill>
                <a:schemeClr val="lt1"/>
              </a:solidFill>
              <a:latin typeface="Playfair Display Medium"/>
              <a:ea typeface="Playfair Display Medium"/>
              <a:cs typeface="Playfair Display Medium"/>
              <a:sym typeface="Playfair Display Medium"/>
            </a:endParaRPr>
          </a:p>
        </p:txBody>
      </p:sp>
      <p:cxnSp>
        <p:nvCxnSpPr>
          <p:cNvPr id="535" name="Google Shape;535;p43"/>
          <p:cNvCxnSpPr>
            <a:cxnSpLocks/>
            <a:stCxn id="529" idx="2"/>
            <a:endCxn id="534" idx="0"/>
          </p:cNvCxnSpPr>
          <p:nvPr/>
        </p:nvCxnSpPr>
        <p:spPr>
          <a:xfrm rot="16200000" flipH="1">
            <a:off x="4462827" y="2463178"/>
            <a:ext cx="1348043" cy="1654646"/>
          </a:xfrm>
          <a:prstGeom prst="bentConnector3">
            <a:avLst>
              <a:gd name="adj1" fmla="val 50000"/>
            </a:avLst>
          </a:prstGeom>
          <a:noFill/>
          <a:ln w="9525" cap="flat" cmpd="sng">
            <a:solidFill>
              <a:schemeClr val="lt1"/>
            </a:solidFill>
            <a:prstDash val="solid"/>
            <a:round/>
            <a:headEnd type="diamond" w="med" len="med"/>
            <a:tailEnd type="diamond" w="med" len="med"/>
          </a:ln>
        </p:spPr>
      </p:cxnSp>
      <p:cxnSp>
        <p:nvCxnSpPr>
          <p:cNvPr id="538" name="Google Shape;538;p43"/>
          <p:cNvCxnSpPr>
            <a:cxnSpLocks/>
            <a:stCxn id="531" idx="2"/>
            <a:endCxn id="534" idx="0"/>
          </p:cNvCxnSpPr>
          <p:nvPr/>
        </p:nvCxnSpPr>
        <p:spPr>
          <a:xfrm rot="5400000">
            <a:off x="6034882" y="2545671"/>
            <a:ext cx="1348142" cy="1489563"/>
          </a:xfrm>
          <a:prstGeom prst="bentConnector3">
            <a:avLst>
              <a:gd name="adj1" fmla="val 50000"/>
            </a:avLst>
          </a:prstGeom>
          <a:noFill/>
          <a:ln w="9525" cap="flat" cmpd="sng">
            <a:solidFill>
              <a:schemeClr val="lt1"/>
            </a:solidFill>
            <a:prstDash val="solid"/>
            <a:round/>
            <a:headEnd type="diamond" w="med" len="med"/>
            <a:tailEnd type="diamond" w="med" len="med"/>
          </a:ln>
        </p:spPr>
      </p:cxnSp>
      <p:cxnSp>
        <p:nvCxnSpPr>
          <p:cNvPr id="539" name="Google Shape;539;p43"/>
          <p:cNvCxnSpPr>
            <a:stCxn id="540" idx="1"/>
            <a:endCxn id="541" idx="3"/>
          </p:cNvCxnSpPr>
          <p:nvPr/>
        </p:nvCxnSpPr>
        <p:spPr>
          <a:xfrm flipV="1">
            <a:off x="4689026" y="1659972"/>
            <a:ext cx="2483221" cy="99"/>
          </a:xfrm>
          <a:prstGeom prst="bentConnector3">
            <a:avLst>
              <a:gd name="adj1" fmla="val 50000"/>
            </a:avLst>
          </a:prstGeom>
          <a:noFill/>
          <a:ln w="9525" cap="flat" cmpd="sng">
            <a:solidFill>
              <a:schemeClr val="lt1"/>
            </a:solidFill>
            <a:prstDash val="solid"/>
            <a:round/>
            <a:headEnd type="none" w="med" len="med"/>
            <a:tailEnd type="none" w="med" len="med"/>
          </a:ln>
        </p:spPr>
      </p:cxnSp>
      <p:sp>
        <p:nvSpPr>
          <p:cNvPr id="540" name="Google Shape;540;p43"/>
          <p:cNvSpPr/>
          <p:nvPr/>
        </p:nvSpPr>
        <p:spPr>
          <a:xfrm flipH="1">
            <a:off x="3930026" y="1280571"/>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43"/>
          <p:cNvSpPr/>
          <p:nvPr/>
        </p:nvSpPr>
        <p:spPr>
          <a:xfrm flipH="1">
            <a:off x="7172247" y="1280472"/>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43"/>
          <p:cNvSpPr/>
          <p:nvPr/>
        </p:nvSpPr>
        <p:spPr>
          <a:xfrm>
            <a:off x="4141538" y="1506659"/>
            <a:ext cx="335975" cy="306825"/>
          </a:xfrm>
          <a:custGeom>
            <a:avLst/>
            <a:gdLst/>
            <a:ahLst/>
            <a:cxnLst/>
            <a:rect l="l" t="t" r="r" b="b"/>
            <a:pathLst>
              <a:path w="13439" h="12273" extrusionOk="0">
                <a:moveTo>
                  <a:pt x="10919" y="2521"/>
                </a:moveTo>
                <a:lnTo>
                  <a:pt x="10919" y="4574"/>
                </a:lnTo>
                <a:lnTo>
                  <a:pt x="5926" y="4574"/>
                </a:lnTo>
                <a:lnTo>
                  <a:pt x="5926" y="2521"/>
                </a:lnTo>
                <a:close/>
                <a:moveTo>
                  <a:pt x="11572" y="4994"/>
                </a:moveTo>
                <a:lnTo>
                  <a:pt x="11619" y="5040"/>
                </a:lnTo>
                <a:lnTo>
                  <a:pt x="11665" y="5134"/>
                </a:lnTo>
                <a:lnTo>
                  <a:pt x="11619" y="5274"/>
                </a:lnTo>
                <a:lnTo>
                  <a:pt x="11572" y="5320"/>
                </a:lnTo>
                <a:lnTo>
                  <a:pt x="5366" y="5320"/>
                </a:lnTo>
                <a:lnTo>
                  <a:pt x="5273" y="5274"/>
                </a:lnTo>
                <a:lnTo>
                  <a:pt x="5226" y="5134"/>
                </a:lnTo>
                <a:lnTo>
                  <a:pt x="5273" y="5040"/>
                </a:lnTo>
                <a:lnTo>
                  <a:pt x="5366" y="4994"/>
                </a:lnTo>
                <a:close/>
                <a:moveTo>
                  <a:pt x="6859" y="5694"/>
                </a:moveTo>
                <a:lnTo>
                  <a:pt x="6952" y="6720"/>
                </a:lnTo>
                <a:lnTo>
                  <a:pt x="6159" y="6720"/>
                </a:lnTo>
                <a:lnTo>
                  <a:pt x="5973" y="5694"/>
                </a:lnTo>
                <a:close/>
                <a:moveTo>
                  <a:pt x="8259" y="5694"/>
                </a:moveTo>
                <a:lnTo>
                  <a:pt x="8259" y="6720"/>
                </a:lnTo>
                <a:lnTo>
                  <a:pt x="7372" y="6720"/>
                </a:lnTo>
                <a:lnTo>
                  <a:pt x="7279" y="5694"/>
                </a:lnTo>
                <a:close/>
                <a:moveTo>
                  <a:pt x="9612" y="5694"/>
                </a:moveTo>
                <a:lnTo>
                  <a:pt x="9519" y="6720"/>
                </a:lnTo>
                <a:lnTo>
                  <a:pt x="8632" y="6720"/>
                </a:lnTo>
                <a:lnTo>
                  <a:pt x="8632" y="5694"/>
                </a:lnTo>
                <a:close/>
                <a:moveTo>
                  <a:pt x="10919" y="5694"/>
                </a:moveTo>
                <a:lnTo>
                  <a:pt x="10732" y="6720"/>
                </a:lnTo>
                <a:lnTo>
                  <a:pt x="9939" y="6720"/>
                </a:lnTo>
                <a:lnTo>
                  <a:pt x="10032" y="5694"/>
                </a:lnTo>
                <a:close/>
                <a:moveTo>
                  <a:pt x="3780" y="5880"/>
                </a:moveTo>
                <a:lnTo>
                  <a:pt x="3686" y="6487"/>
                </a:lnTo>
                <a:lnTo>
                  <a:pt x="3500" y="7047"/>
                </a:lnTo>
                <a:lnTo>
                  <a:pt x="3220" y="7560"/>
                </a:lnTo>
                <a:lnTo>
                  <a:pt x="2846" y="8027"/>
                </a:lnTo>
                <a:lnTo>
                  <a:pt x="1446" y="6627"/>
                </a:lnTo>
                <a:lnTo>
                  <a:pt x="1680" y="6393"/>
                </a:lnTo>
                <a:lnTo>
                  <a:pt x="1960" y="6253"/>
                </a:lnTo>
                <a:lnTo>
                  <a:pt x="2240" y="6113"/>
                </a:lnTo>
                <a:lnTo>
                  <a:pt x="2520" y="5973"/>
                </a:lnTo>
                <a:lnTo>
                  <a:pt x="2846" y="5927"/>
                </a:lnTo>
                <a:lnTo>
                  <a:pt x="3173" y="5880"/>
                </a:lnTo>
                <a:close/>
                <a:moveTo>
                  <a:pt x="6999" y="7093"/>
                </a:moveTo>
                <a:lnTo>
                  <a:pt x="7092" y="8120"/>
                </a:lnTo>
                <a:lnTo>
                  <a:pt x="6766" y="8120"/>
                </a:lnTo>
                <a:lnTo>
                  <a:pt x="6579" y="7607"/>
                </a:lnTo>
                <a:lnTo>
                  <a:pt x="6346" y="7093"/>
                </a:lnTo>
                <a:close/>
                <a:moveTo>
                  <a:pt x="8259" y="7093"/>
                </a:moveTo>
                <a:lnTo>
                  <a:pt x="8259" y="8120"/>
                </a:lnTo>
                <a:lnTo>
                  <a:pt x="7512" y="8120"/>
                </a:lnTo>
                <a:lnTo>
                  <a:pt x="7419" y="7093"/>
                </a:lnTo>
                <a:close/>
                <a:moveTo>
                  <a:pt x="9472" y="7093"/>
                </a:moveTo>
                <a:lnTo>
                  <a:pt x="9379" y="8120"/>
                </a:lnTo>
                <a:lnTo>
                  <a:pt x="8632" y="8120"/>
                </a:lnTo>
                <a:lnTo>
                  <a:pt x="8632" y="7093"/>
                </a:lnTo>
                <a:close/>
                <a:moveTo>
                  <a:pt x="10639" y="7093"/>
                </a:moveTo>
                <a:lnTo>
                  <a:pt x="10452" y="8120"/>
                </a:lnTo>
                <a:lnTo>
                  <a:pt x="9752" y="8120"/>
                </a:lnTo>
                <a:lnTo>
                  <a:pt x="9892" y="7093"/>
                </a:lnTo>
                <a:close/>
                <a:moveTo>
                  <a:pt x="4153" y="5973"/>
                </a:moveTo>
                <a:lnTo>
                  <a:pt x="4479" y="6067"/>
                </a:lnTo>
                <a:lnTo>
                  <a:pt x="4806" y="6207"/>
                </a:lnTo>
                <a:lnTo>
                  <a:pt x="5133" y="6393"/>
                </a:lnTo>
                <a:lnTo>
                  <a:pt x="5413" y="6627"/>
                </a:lnTo>
                <a:lnTo>
                  <a:pt x="3406" y="8586"/>
                </a:lnTo>
                <a:lnTo>
                  <a:pt x="3126" y="8307"/>
                </a:lnTo>
                <a:lnTo>
                  <a:pt x="3546" y="7793"/>
                </a:lnTo>
                <a:lnTo>
                  <a:pt x="3826" y="7233"/>
                </a:lnTo>
                <a:lnTo>
                  <a:pt x="4059" y="6627"/>
                </a:lnTo>
                <a:lnTo>
                  <a:pt x="4106" y="6300"/>
                </a:lnTo>
                <a:lnTo>
                  <a:pt x="4153" y="5973"/>
                </a:lnTo>
                <a:close/>
                <a:moveTo>
                  <a:pt x="5693" y="6907"/>
                </a:moveTo>
                <a:lnTo>
                  <a:pt x="5833" y="7093"/>
                </a:lnTo>
                <a:lnTo>
                  <a:pt x="6019" y="7327"/>
                </a:lnTo>
                <a:lnTo>
                  <a:pt x="6159" y="7607"/>
                </a:lnTo>
                <a:lnTo>
                  <a:pt x="6253" y="7840"/>
                </a:lnTo>
                <a:lnTo>
                  <a:pt x="6346" y="8120"/>
                </a:lnTo>
                <a:lnTo>
                  <a:pt x="6019" y="8167"/>
                </a:lnTo>
                <a:lnTo>
                  <a:pt x="5693" y="8260"/>
                </a:lnTo>
                <a:lnTo>
                  <a:pt x="5039" y="8447"/>
                </a:lnTo>
                <a:lnTo>
                  <a:pt x="4479" y="8773"/>
                </a:lnTo>
                <a:lnTo>
                  <a:pt x="3966" y="9146"/>
                </a:lnTo>
                <a:lnTo>
                  <a:pt x="3686" y="8866"/>
                </a:lnTo>
                <a:lnTo>
                  <a:pt x="5693" y="6907"/>
                </a:lnTo>
                <a:close/>
                <a:moveTo>
                  <a:pt x="7139" y="8540"/>
                </a:moveTo>
                <a:lnTo>
                  <a:pt x="7232" y="9566"/>
                </a:lnTo>
                <a:lnTo>
                  <a:pt x="6766" y="9566"/>
                </a:lnTo>
                <a:lnTo>
                  <a:pt x="6812" y="9053"/>
                </a:lnTo>
                <a:lnTo>
                  <a:pt x="6812" y="8540"/>
                </a:lnTo>
                <a:close/>
                <a:moveTo>
                  <a:pt x="8259" y="8540"/>
                </a:moveTo>
                <a:lnTo>
                  <a:pt x="8259" y="9566"/>
                </a:lnTo>
                <a:lnTo>
                  <a:pt x="7652" y="9566"/>
                </a:lnTo>
                <a:lnTo>
                  <a:pt x="7559" y="8540"/>
                </a:lnTo>
                <a:close/>
                <a:moveTo>
                  <a:pt x="9332" y="8540"/>
                </a:moveTo>
                <a:lnTo>
                  <a:pt x="9239" y="9566"/>
                </a:lnTo>
                <a:lnTo>
                  <a:pt x="8632" y="9566"/>
                </a:lnTo>
                <a:lnTo>
                  <a:pt x="8632" y="8540"/>
                </a:lnTo>
                <a:close/>
                <a:moveTo>
                  <a:pt x="10359" y="8540"/>
                </a:moveTo>
                <a:lnTo>
                  <a:pt x="10172" y="9566"/>
                </a:lnTo>
                <a:lnTo>
                  <a:pt x="9612" y="9566"/>
                </a:lnTo>
                <a:lnTo>
                  <a:pt x="9752" y="8540"/>
                </a:lnTo>
                <a:close/>
                <a:moveTo>
                  <a:pt x="2846" y="8586"/>
                </a:moveTo>
                <a:lnTo>
                  <a:pt x="3126" y="8866"/>
                </a:lnTo>
                <a:lnTo>
                  <a:pt x="1167" y="10873"/>
                </a:lnTo>
                <a:lnTo>
                  <a:pt x="933" y="10593"/>
                </a:lnTo>
                <a:lnTo>
                  <a:pt x="747" y="10266"/>
                </a:lnTo>
                <a:lnTo>
                  <a:pt x="607" y="9940"/>
                </a:lnTo>
                <a:lnTo>
                  <a:pt x="513" y="9613"/>
                </a:lnTo>
                <a:lnTo>
                  <a:pt x="840" y="9566"/>
                </a:lnTo>
                <a:lnTo>
                  <a:pt x="1167" y="9520"/>
                </a:lnTo>
                <a:lnTo>
                  <a:pt x="1773" y="9286"/>
                </a:lnTo>
                <a:lnTo>
                  <a:pt x="2333" y="8960"/>
                </a:lnTo>
                <a:lnTo>
                  <a:pt x="2846" y="8586"/>
                </a:lnTo>
                <a:close/>
                <a:moveTo>
                  <a:pt x="6393" y="8540"/>
                </a:moveTo>
                <a:lnTo>
                  <a:pt x="6439" y="8820"/>
                </a:lnTo>
                <a:lnTo>
                  <a:pt x="6439" y="9146"/>
                </a:lnTo>
                <a:lnTo>
                  <a:pt x="6393" y="9473"/>
                </a:lnTo>
                <a:lnTo>
                  <a:pt x="6299" y="9753"/>
                </a:lnTo>
                <a:lnTo>
                  <a:pt x="6206" y="10080"/>
                </a:lnTo>
                <a:lnTo>
                  <a:pt x="6066" y="10360"/>
                </a:lnTo>
                <a:lnTo>
                  <a:pt x="5879" y="10593"/>
                </a:lnTo>
                <a:lnTo>
                  <a:pt x="5693" y="10873"/>
                </a:lnTo>
                <a:lnTo>
                  <a:pt x="4246" y="9426"/>
                </a:lnTo>
                <a:lnTo>
                  <a:pt x="4713" y="9100"/>
                </a:lnTo>
                <a:lnTo>
                  <a:pt x="5226" y="8820"/>
                </a:lnTo>
                <a:lnTo>
                  <a:pt x="5786" y="8633"/>
                </a:lnTo>
                <a:lnTo>
                  <a:pt x="6393" y="8540"/>
                </a:lnTo>
                <a:close/>
                <a:moveTo>
                  <a:pt x="3406" y="9146"/>
                </a:moveTo>
                <a:lnTo>
                  <a:pt x="3686" y="9426"/>
                </a:lnTo>
                <a:lnTo>
                  <a:pt x="3313" y="9940"/>
                </a:lnTo>
                <a:lnTo>
                  <a:pt x="2986" y="10500"/>
                </a:lnTo>
                <a:lnTo>
                  <a:pt x="2800" y="11106"/>
                </a:lnTo>
                <a:lnTo>
                  <a:pt x="2706" y="11433"/>
                </a:lnTo>
                <a:lnTo>
                  <a:pt x="2660" y="11806"/>
                </a:lnTo>
                <a:lnTo>
                  <a:pt x="2333" y="11666"/>
                </a:lnTo>
                <a:lnTo>
                  <a:pt x="2006" y="11526"/>
                </a:lnTo>
                <a:lnTo>
                  <a:pt x="1726" y="11339"/>
                </a:lnTo>
                <a:lnTo>
                  <a:pt x="1446" y="11153"/>
                </a:lnTo>
                <a:lnTo>
                  <a:pt x="3406" y="9146"/>
                </a:lnTo>
                <a:close/>
                <a:moveTo>
                  <a:pt x="3966" y="9706"/>
                </a:moveTo>
                <a:lnTo>
                  <a:pt x="5413" y="11153"/>
                </a:lnTo>
                <a:lnTo>
                  <a:pt x="5133" y="11339"/>
                </a:lnTo>
                <a:lnTo>
                  <a:pt x="4853" y="11526"/>
                </a:lnTo>
                <a:lnTo>
                  <a:pt x="4573" y="11666"/>
                </a:lnTo>
                <a:lnTo>
                  <a:pt x="4293" y="11759"/>
                </a:lnTo>
                <a:lnTo>
                  <a:pt x="4013" y="11806"/>
                </a:lnTo>
                <a:lnTo>
                  <a:pt x="3686" y="11853"/>
                </a:lnTo>
                <a:lnTo>
                  <a:pt x="3360" y="11899"/>
                </a:lnTo>
                <a:lnTo>
                  <a:pt x="3080" y="11853"/>
                </a:lnTo>
                <a:lnTo>
                  <a:pt x="3173" y="11246"/>
                </a:lnTo>
                <a:lnTo>
                  <a:pt x="3360" y="10686"/>
                </a:lnTo>
                <a:lnTo>
                  <a:pt x="3640" y="10173"/>
                </a:lnTo>
                <a:lnTo>
                  <a:pt x="3966" y="9706"/>
                </a:lnTo>
                <a:close/>
                <a:moveTo>
                  <a:pt x="3919" y="1"/>
                </a:moveTo>
                <a:lnTo>
                  <a:pt x="3733" y="48"/>
                </a:lnTo>
                <a:lnTo>
                  <a:pt x="3593" y="141"/>
                </a:lnTo>
                <a:lnTo>
                  <a:pt x="3453" y="281"/>
                </a:lnTo>
                <a:lnTo>
                  <a:pt x="3453" y="468"/>
                </a:lnTo>
                <a:lnTo>
                  <a:pt x="3453" y="5460"/>
                </a:lnTo>
                <a:lnTo>
                  <a:pt x="2986" y="5507"/>
                </a:lnTo>
                <a:lnTo>
                  <a:pt x="2520" y="5600"/>
                </a:lnTo>
                <a:lnTo>
                  <a:pt x="2100" y="5740"/>
                </a:lnTo>
                <a:lnTo>
                  <a:pt x="1680" y="5927"/>
                </a:lnTo>
                <a:lnTo>
                  <a:pt x="1306" y="6207"/>
                </a:lnTo>
                <a:lnTo>
                  <a:pt x="933" y="6533"/>
                </a:lnTo>
                <a:lnTo>
                  <a:pt x="653" y="6907"/>
                </a:lnTo>
                <a:lnTo>
                  <a:pt x="420" y="7280"/>
                </a:lnTo>
                <a:lnTo>
                  <a:pt x="373" y="7373"/>
                </a:lnTo>
                <a:lnTo>
                  <a:pt x="373" y="7420"/>
                </a:lnTo>
                <a:lnTo>
                  <a:pt x="420" y="7513"/>
                </a:lnTo>
                <a:lnTo>
                  <a:pt x="467" y="7560"/>
                </a:lnTo>
                <a:lnTo>
                  <a:pt x="653" y="7560"/>
                </a:lnTo>
                <a:lnTo>
                  <a:pt x="700" y="7513"/>
                </a:lnTo>
                <a:lnTo>
                  <a:pt x="747" y="7467"/>
                </a:lnTo>
                <a:lnTo>
                  <a:pt x="933" y="7187"/>
                </a:lnTo>
                <a:lnTo>
                  <a:pt x="1167" y="6907"/>
                </a:lnTo>
                <a:lnTo>
                  <a:pt x="2566" y="8307"/>
                </a:lnTo>
                <a:lnTo>
                  <a:pt x="2100" y="8680"/>
                </a:lnTo>
                <a:lnTo>
                  <a:pt x="1586" y="8960"/>
                </a:lnTo>
                <a:lnTo>
                  <a:pt x="1027" y="9146"/>
                </a:lnTo>
                <a:lnTo>
                  <a:pt x="420" y="9240"/>
                </a:lnTo>
                <a:lnTo>
                  <a:pt x="420" y="8820"/>
                </a:lnTo>
                <a:lnTo>
                  <a:pt x="420" y="8400"/>
                </a:lnTo>
                <a:lnTo>
                  <a:pt x="420" y="8307"/>
                </a:lnTo>
                <a:lnTo>
                  <a:pt x="420" y="8260"/>
                </a:lnTo>
                <a:lnTo>
                  <a:pt x="327" y="8213"/>
                </a:lnTo>
                <a:lnTo>
                  <a:pt x="280" y="8167"/>
                </a:lnTo>
                <a:lnTo>
                  <a:pt x="187" y="8167"/>
                </a:lnTo>
                <a:lnTo>
                  <a:pt x="140" y="8213"/>
                </a:lnTo>
                <a:lnTo>
                  <a:pt x="93" y="8260"/>
                </a:lnTo>
                <a:lnTo>
                  <a:pt x="47" y="8353"/>
                </a:lnTo>
                <a:lnTo>
                  <a:pt x="0" y="8913"/>
                </a:lnTo>
                <a:lnTo>
                  <a:pt x="47" y="9473"/>
                </a:lnTo>
                <a:lnTo>
                  <a:pt x="187" y="9986"/>
                </a:lnTo>
                <a:lnTo>
                  <a:pt x="420" y="10500"/>
                </a:lnTo>
                <a:lnTo>
                  <a:pt x="700" y="10920"/>
                </a:lnTo>
                <a:lnTo>
                  <a:pt x="1073" y="11293"/>
                </a:lnTo>
                <a:lnTo>
                  <a:pt x="1446" y="11619"/>
                </a:lnTo>
                <a:lnTo>
                  <a:pt x="1913" y="11899"/>
                </a:lnTo>
                <a:lnTo>
                  <a:pt x="2380" y="12086"/>
                </a:lnTo>
                <a:lnTo>
                  <a:pt x="2846" y="12226"/>
                </a:lnTo>
                <a:lnTo>
                  <a:pt x="3360" y="12273"/>
                </a:lnTo>
                <a:lnTo>
                  <a:pt x="3873" y="12273"/>
                </a:lnTo>
                <a:lnTo>
                  <a:pt x="4386" y="12133"/>
                </a:lnTo>
                <a:lnTo>
                  <a:pt x="4899" y="11946"/>
                </a:lnTo>
                <a:lnTo>
                  <a:pt x="5366" y="11666"/>
                </a:lnTo>
                <a:lnTo>
                  <a:pt x="5833" y="11293"/>
                </a:lnTo>
                <a:lnTo>
                  <a:pt x="6113" y="10966"/>
                </a:lnTo>
                <a:lnTo>
                  <a:pt x="6299" y="10640"/>
                </a:lnTo>
                <a:lnTo>
                  <a:pt x="6486" y="10313"/>
                </a:lnTo>
                <a:lnTo>
                  <a:pt x="6672" y="9940"/>
                </a:lnTo>
                <a:lnTo>
                  <a:pt x="10359" y="9940"/>
                </a:lnTo>
                <a:lnTo>
                  <a:pt x="10499" y="9893"/>
                </a:lnTo>
                <a:lnTo>
                  <a:pt x="10545" y="9800"/>
                </a:lnTo>
                <a:lnTo>
                  <a:pt x="11059" y="7093"/>
                </a:lnTo>
                <a:lnTo>
                  <a:pt x="12972" y="7093"/>
                </a:lnTo>
                <a:lnTo>
                  <a:pt x="13158" y="7047"/>
                </a:lnTo>
                <a:lnTo>
                  <a:pt x="13298" y="6953"/>
                </a:lnTo>
                <a:lnTo>
                  <a:pt x="13392" y="6813"/>
                </a:lnTo>
                <a:lnTo>
                  <a:pt x="13438" y="6627"/>
                </a:lnTo>
                <a:lnTo>
                  <a:pt x="13438" y="2474"/>
                </a:lnTo>
                <a:lnTo>
                  <a:pt x="13438" y="2427"/>
                </a:lnTo>
                <a:lnTo>
                  <a:pt x="13392" y="2334"/>
                </a:lnTo>
                <a:lnTo>
                  <a:pt x="13298" y="2287"/>
                </a:lnTo>
                <a:lnTo>
                  <a:pt x="13158" y="2287"/>
                </a:lnTo>
                <a:lnTo>
                  <a:pt x="13112" y="2334"/>
                </a:lnTo>
                <a:lnTo>
                  <a:pt x="13065" y="2427"/>
                </a:lnTo>
                <a:lnTo>
                  <a:pt x="13065" y="2474"/>
                </a:lnTo>
                <a:lnTo>
                  <a:pt x="13065" y="6627"/>
                </a:lnTo>
                <a:lnTo>
                  <a:pt x="13018" y="6673"/>
                </a:lnTo>
                <a:lnTo>
                  <a:pt x="12972" y="6720"/>
                </a:lnTo>
                <a:lnTo>
                  <a:pt x="11105" y="6720"/>
                </a:lnTo>
                <a:lnTo>
                  <a:pt x="11292" y="5694"/>
                </a:lnTo>
                <a:lnTo>
                  <a:pt x="11479" y="5694"/>
                </a:lnTo>
                <a:lnTo>
                  <a:pt x="11758" y="5647"/>
                </a:lnTo>
                <a:lnTo>
                  <a:pt x="11898" y="5507"/>
                </a:lnTo>
                <a:lnTo>
                  <a:pt x="12038" y="5367"/>
                </a:lnTo>
                <a:lnTo>
                  <a:pt x="12038" y="5134"/>
                </a:lnTo>
                <a:lnTo>
                  <a:pt x="12038" y="4947"/>
                </a:lnTo>
                <a:lnTo>
                  <a:pt x="11898" y="4760"/>
                </a:lnTo>
                <a:lnTo>
                  <a:pt x="11758" y="4667"/>
                </a:lnTo>
                <a:lnTo>
                  <a:pt x="11479" y="4574"/>
                </a:lnTo>
                <a:lnTo>
                  <a:pt x="11339" y="4574"/>
                </a:lnTo>
                <a:lnTo>
                  <a:pt x="11339" y="2334"/>
                </a:lnTo>
                <a:lnTo>
                  <a:pt x="11292" y="2241"/>
                </a:lnTo>
                <a:lnTo>
                  <a:pt x="11292" y="2194"/>
                </a:lnTo>
                <a:lnTo>
                  <a:pt x="11199" y="2147"/>
                </a:lnTo>
                <a:lnTo>
                  <a:pt x="11152" y="2101"/>
                </a:lnTo>
                <a:lnTo>
                  <a:pt x="5739" y="2101"/>
                </a:lnTo>
                <a:lnTo>
                  <a:pt x="5693" y="2147"/>
                </a:lnTo>
                <a:lnTo>
                  <a:pt x="5599" y="2194"/>
                </a:lnTo>
                <a:lnTo>
                  <a:pt x="5553" y="2241"/>
                </a:lnTo>
                <a:lnTo>
                  <a:pt x="5553" y="2334"/>
                </a:lnTo>
                <a:lnTo>
                  <a:pt x="5553" y="4574"/>
                </a:lnTo>
                <a:lnTo>
                  <a:pt x="5366" y="4574"/>
                </a:lnTo>
                <a:lnTo>
                  <a:pt x="5133" y="4667"/>
                </a:lnTo>
                <a:lnTo>
                  <a:pt x="4946" y="4760"/>
                </a:lnTo>
                <a:lnTo>
                  <a:pt x="4853" y="4947"/>
                </a:lnTo>
                <a:lnTo>
                  <a:pt x="4806" y="5134"/>
                </a:lnTo>
                <a:lnTo>
                  <a:pt x="4853" y="5367"/>
                </a:lnTo>
                <a:lnTo>
                  <a:pt x="4946" y="5507"/>
                </a:lnTo>
                <a:lnTo>
                  <a:pt x="5133" y="5647"/>
                </a:lnTo>
                <a:lnTo>
                  <a:pt x="5366" y="5694"/>
                </a:lnTo>
                <a:lnTo>
                  <a:pt x="5553" y="5694"/>
                </a:lnTo>
                <a:lnTo>
                  <a:pt x="5693" y="6347"/>
                </a:lnTo>
                <a:lnTo>
                  <a:pt x="5693" y="6347"/>
                </a:lnTo>
                <a:lnTo>
                  <a:pt x="5273" y="6020"/>
                </a:lnTo>
                <a:lnTo>
                  <a:pt x="4806" y="5787"/>
                </a:lnTo>
                <a:lnTo>
                  <a:pt x="4339" y="5600"/>
                </a:lnTo>
                <a:lnTo>
                  <a:pt x="3826" y="5507"/>
                </a:lnTo>
                <a:lnTo>
                  <a:pt x="3826" y="468"/>
                </a:lnTo>
                <a:lnTo>
                  <a:pt x="3873" y="421"/>
                </a:lnTo>
                <a:lnTo>
                  <a:pt x="13018" y="421"/>
                </a:lnTo>
                <a:lnTo>
                  <a:pt x="13065" y="468"/>
                </a:lnTo>
                <a:lnTo>
                  <a:pt x="13065" y="1447"/>
                </a:lnTo>
                <a:lnTo>
                  <a:pt x="13065" y="1541"/>
                </a:lnTo>
                <a:lnTo>
                  <a:pt x="13112" y="1587"/>
                </a:lnTo>
                <a:lnTo>
                  <a:pt x="13158" y="1634"/>
                </a:lnTo>
                <a:lnTo>
                  <a:pt x="13298" y="1634"/>
                </a:lnTo>
                <a:lnTo>
                  <a:pt x="13392" y="1587"/>
                </a:lnTo>
                <a:lnTo>
                  <a:pt x="13438" y="1541"/>
                </a:lnTo>
                <a:lnTo>
                  <a:pt x="13438" y="1447"/>
                </a:lnTo>
                <a:lnTo>
                  <a:pt x="13438" y="468"/>
                </a:lnTo>
                <a:lnTo>
                  <a:pt x="13392" y="281"/>
                </a:lnTo>
                <a:lnTo>
                  <a:pt x="13298" y="141"/>
                </a:lnTo>
                <a:lnTo>
                  <a:pt x="13158" y="48"/>
                </a:lnTo>
                <a:lnTo>
                  <a:pt x="129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5" name="Google Shape;545;p43"/>
          <p:cNvGrpSpPr/>
          <p:nvPr/>
        </p:nvGrpSpPr>
        <p:grpSpPr>
          <a:xfrm>
            <a:off x="7383759" y="1491985"/>
            <a:ext cx="335975" cy="335975"/>
            <a:chOff x="6294675" y="3385325"/>
            <a:chExt cx="335975" cy="335975"/>
          </a:xfrm>
        </p:grpSpPr>
        <p:sp>
          <p:nvSpPr>
            <p:cNvPr id="546" name="Google Shape;546;p43"/>
            <p:cNvSpPr/>
            <p:nvPr/>
          </p:nvSpPr>
          <p:spPr>
            <a:xfrm>
              <a:off x="6364650" y="3455325"/>
              <a:ext cx="85200" cy="86325"/>
            </a:xfrm>
            <a:custGeom>
              <a:avLst/>
              <a:gdLst/>
              <a:ahLst/>
              <a:cxnLst/>
              <a:rect l="l" t="t" r="r" b="b"/>
              <a:pathLst>
                <a:path w="3408" h="3453" extrusionOk="0">
                  <a:moveTo>
                    <a:pt x="2427" y="0"/>
                  </a:moveTo>
                  <a:lnTo>
                    <a:pt x="2287" y="93"/>
                  </a:lnTo>
                  <a:lnTo>
                    <a:pt x="2241" y="187"/>
                  </a:lnTo>
                  <a:lnTo>
                    <a:pt x="2241" y="280"/>
                  </a:lnTo>
                  <a:lnTo>
                    <a:pt x="2287" y="373"/>
                  </a:lnTo>
                  <a:lnTo>
                    <a:pt x="2521" y="607"/>
                  </a:lnTo>
                  <a:lnTo>
                    <a:pt x="2241" y="887"/>
                  </a:lnTo>
                  <a:lnTo>
                    <a:pt x="2007" y="653"/>
                  </a:lnTo>
                  <a:lnTo>
                    <a:pt x="1914" y="607"/>
                  </a:lnTo>
                  <a:lnTo>
                    <a:pt x="1867" y="560"/>
                  </a:lnTo>
                  <a:lnTo>
                    <a:pt x="1727" y="653"/>
                  </a:lnTo>
                  <a:lnTo>
                    <a:pt x="1681" y="747"/>
                  </a:lnTo>
                  <a:lnTo>
                    <a:pt x="1681" y="840"/>
                  </a:lnTo>
                  <a:lnTo>
                    <a:pt x="1727" y="933"/>
                  </a:lnTo>
                  <a:lnTo>
                    <a:pt x="1961" y="1167"/>
                  </a:lnTo>
                  <a:lnTo>
                    <a:pt x="1681" y="1447"/>
                  </a:lnTo>
                  <a:lnTo>
                    <a:pt x="1447" y="1213"/>
                  </a:lnTo>
                  <a:lnTo>
                    <a:pt x="1354" y="1167"/>
                  </a:lnTo>
                  <a:lnTo>
                    <a:pt x="1307" y="1120"/>
                  </a:lnTo>
                  <a:lnTo>
                    <a:pt x="1167" y="1213"/>
                  </a:lnTo>
                  <a:lnTo>
                    <a:pt x="1121" y="1307"/>
                  </a:lnTo>
                  <a:lnTo>
                    <a:pt x="1121" y="1400"/>
                  </a:lnTo>
                  <a:lnTo>
                    <a:pt x="1167" y="1447"/>
                  </a:lnTo>
                  <a:lnTo>
                    <a:pt x="1401" y="1726"/>
                  </a:lnTo>
                  <a:lnTo>
                    <a:pt x="1121" y="2006"/>
                  </a:lnTo>
                  <a:lnTo>
                    <a:pt x="887" y="1726"/>
                  </a:lnTo>
                  <a:lnTo>
                    <a:pt x="794" y="1680"/>
                  </a:lnTo>
                  <a:lnTo>
                    <a:pt x="747" y="1680"/>
                  </a:lnTo>
                  <a:lnTo>
                    <a:pt x="607" y="1773"/>
                  </a:lnTo>
                  <a:lnTo>
                    <a:pt x="561" y="1866"/>
                  </a:lnTo>
                  <a:lnTo>
                    <a:pt x="561" y="1960"/>
                  </a:lnTo>
                  <a:lnTo>
                    <a:pt x="607" y="2006"/>
                  </a:lnTo>
                  <a:lnTo>
                    <a:pt x="841" y="2286"/>
                  </a:lnTo>
                  <a:lnTo>
                    <a:pt x="561" y="2566"/>
                  </a:lnTo>
                  <a:lnTo>
                    <a:pt x="328" y="2286"/>
                  </a:lnTo>
                  <a:lnTo>
                    <a:pt x="234" y="2240"/>
                  </a:lnTo>
                  <a:lnTo>
                    <a:pt x="188" y="2240"/>
                  </a:lnTo>
                  <a:lnTo>
                    <a:pt x="48" y="2333"/>
                  </a:lnTo>
                  <a:lnTo>
                    <a:pt x="1" y="2426"/>
                  </a:lnTo>
                  <a:lnTo>
                    <a:pt x="1" y="2520"/>
                  </a:lnTo>
                  <a:lnTo>
                    <a:pt x="48" y="2566"/>
                  </a:lnTo>
                  <a:lnTo>
                    <a:pt x="281" y="2846"/>
                  </a:lnTo>
                  <a:lnTo>
                    <a:pt x="94" y="3033"/>
                  </a:lnTo>
                  <a:lnTo>
                    <a:pt x="48" y="3126"/>
                  </a:lnTo>
                  <a:lnTo>
                    <a:pt x="48" y="3173"/>
                  </a:lnTo>
                  <a:lnTo>
                    <a:pt x="94" y="3313"/>
                  </a:lnTo>
                  <a:lnTo>
                    <a:pt x="234" y="3360"/>
                  </a:lnTo>
                  <a:lnTo>
                    <a:pt x="328" y="3360"/>
                  </a:lnTo>
                  <a:lnTo>
                    <a:pt x="374" y="3313"/>
                  </a:lnTo>
                  <a:lnTo>
                    <a:pt x="561" y="3126"/>
                  </a:lnTo>
                  <a:lnTo>
                    <a:pt x="841" y="3360"/>
                  </a:lnTo>
                  <a:lnTo>
                    <a:pt x="887" y="3406"/>
                  </a:lnTo>
                  <a:lnTo>
                    <a:pt x="981" y="3453"/>
                  </a:lnTo>
                  <a:lnTo>
                    <a:pt x="1121" y="3360"/>
                  </a:lnTo>
                  <a:lnTo>
                    <a:pt x="1167" y="3266"/>
                  </a:lnTo>
                  <a:lnTo>
                    <a:pt x="1167" y="3173"/>
                  </a:lnTo>
                  <a:lnTo>
                    <a:pt x="1121" y="3126"/>
                  </a:lnTo>
                  <a:lnTo>
                    <a:pt x="841" y="2846"/>
                  </a:lnTo>
                  <a:lnTo>
                    <a:pt x="1121" y="2566"/>
                  </a:lnTo>
                  <a:lnTo>
                    <a:pt x="1401" y="2846"/>
                  </a:lnTo>
                  <a:lnTo>
                    <a:pt x="1447" y="2893"/>
                  </a:lnTo>
                  <a:lnTo>
                    <a:pt x="1541" y="2893"/>
                  </a:lnTo>
                  <a:lnTo>
                    <a:pt x="1681" y="2800"/>
                  </a:lnTo>
                  <a:lnTo>
                    <a:pt x="1727" y="2706"/>
                  </a:lnTo>
                  <a:lnTo>
                    <a:pt x="1727" y="2613"/>
                  </a:lnTo>
                  <a:lnTo>
                    <a:pt x="1681" y="2566"/>
                  </a:lnTo>
                  <a:lnTo>
                    <a:pt x="1401" y="2286"/>
                  </a:lnTo>
                  <a:lnTo>
                    <a:pt x="1681" y="2006"/>
                  </a:lnTo>
                  <a:lnTo>
                    <a:pt x="1961" y="2286"/>
                  </a:lnTo>
                  <a:lnTo>
                    <a:pt x="2007" y="2333"/>
                  </a:lnTo>
                  <a:lnTo>
                    <a:pt x="2101" y="2333"/>
                  </a:lnTo>
                  <a:lnTo>
                    <a:pt x="2241" y="2240"/>
                  </a:lnTo>
                  <a:lnTo>
                    <a:pt x="2287" y="2146"/>
                  </a:lnTo>
                  <a:lnTo>
                    <a:pt x="2287" y="2053"/>
                  </a:lnTo>
                  <a:lnTo>
                    <a:pt x="2241" y="2006"/>
                  </a:lnTo>
                  <a:lnTo>
                    <a:pt x="1961" y="1726"/>
                  </a:lnTo>
                  <a:lnTo>
                    <a:pt x="2241" y="1447"/>
                  </a:lnTo>
                  <a:lnTo>
                    <a:pt x="2521" y="1726"/>
                  </a:lnTo>
                  <a:lnTo>
                    <a:pt x="2567" y="1773"/>
                  </a:lnTo>
                  <a:lnTo>
                    <a:pt x="2661" y="1773"/>
                  </a:lnTo>
                  <a:lnTo>
                    <a:pt x="2801" y="1726"/>
                  </a:lnTo>
                  <a:lnTo>
                    <a:pt x="2847" y="1587"/>
                  </a:lnTo>
                  <a:lnTo>
                    <a:pt x="2847" y="1493"/>
                  </a:lnTo>
                  <a:lnTo>
                    <a:pt x="2801" y="1447"/>
                  </a:lnTo>
                  <a:lnTo>
                    <a:pt x="2521" y="1167"/>
                  </a:lnTo>
                  <a:lnTo>
                    <a:pt x="2801" y="887"/>
                  </a:lnTo>
                  <a:lnTo>
                    <a:pt x="3081" y="1167"/>
                  </a:lnTo>
                  <a:lnTo>
                    <a:pt x="3127" y="1213"/>
                  </a:lnTo>
                  <a:lnTo>
                    <a:pt x="3220" y="1213"/>
                  </a:lnTo>
                  <a:lnTo>
                    <a:pt x="3360" y="1167"/>
                  </a:lnTo>
                  <a:lnTo>
                    <a:pt x="3407" y="1027"/>
                  </a:lnTo>
                  <a:lnTo>
                    <a:pt x="3407" y="933"/>
                  </a:lnTo>
                  <a:lnTo>
                    <a:pt x="3360" y="887"/>
                  </a:lnTo>
                  <a:lnTo>
                    <a:pt x="3081" y="607"/>
                  </a:lnTo>
                  <a:lnTo>
                    <a:pt x="3267" y="420"/>
                  </a:lnTo>
                  <a:lnTo>
                    <a:pt x="3314" y="327"/>
                  </a:lnTo>
                  <a:lnTo>
                    <a:pt x="3360" y="280"/>
                  </a:lnTo>
                  <a:lnTo>
                    <a:pt x="3267" y="140"/>
                  </a:lnTo>
                  <a:lnTo>
                    <a:pt x="3174" y="93"/>
                  </a:lnTo>
                  <a:lnTo>
                    <a:pt x="3081" y="93"/>
                  </a:lnTo>
                  <a:lnTo>
                    <a:pt x="2987" y="140"/>
                  </a:lnTo>
                  <a:lnTo>
                    <a:pt x="2801" y="327"/>
                  </a:lnTo>
                  <a:lnTo>
                    <a:pt x="2567" y="93"/>
                  </a:lnTo>
                  <a:lnTo>
                    <a:pt x="2474" y="47"/>
                  </a:lnTo>
                  <a:lnTo>
                    <a:pt x="24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43"/>
            <p:cNvSpPr/>
            <p:nvPr/>
          </p:nvSpPr>
          <p:spPr>
            <a:xfrm>
              <a:off x="6470825" y="3660625"/>
              <a:ext cx="37350" cy="37350"/>
            </a:xfrm>
            <a:custGeom>
              <a:avLst/>
              <a:gdLst/>
              <a:ahLst/>
              <a:cxnLst/>
              <a:rect l="l" t="t" r="r" b="b"/>
              <a:pathLst>
                <a:path w="1494" h="1494" extrusionOk="0">
                  <a:moveTo>
                    <a:pt x="887" y="420"/>
                  </a:moveTo>
                  <a:lnTo>
                    <a:pt x="980" y="514"/>
                  </a:lnTo>
                  <a:lnTo>
                    <a:pt x="1073" y="607"/>
                  </a:lnTo>
                  <a:lnTo>
                    <a:pt x="1073" y="747"/>
                  </a:lnTo>
                  <a:lnTo>
                    <a:pt x="1073" y="887"/>
                  </a:lnTo>
                  <a:lnTo>
                    <a:pt x="980" y="980"/>
                  </a:lnTo>
                  <a:lnTo>
                    <a:pt x="887" y="1073"/>
                  </a:lnTo>
                  <a:lnTo>
                    <a:pt x="607" y="1073"/>
                  </a:lnTo>
                  <a:lnTo>
                    <a:pt x="513" y="980"/>
                  </a:lnTo>
                  <a:lnTo>
                    <a:pt x="420" y="887"/>
                  </a:lnTo>
                  <a:lnTo>
                    <a:pt x="420" y="747"/>
                  </a:lnTo>
                  <a:lnTo>
                    <a:pt x="420" y="607"/>
                  </a:lnTo>
                  <a:lnTo>
                    <a:pt x="513" y="514"/>
                  </a:lnTo>
                  <a:lnTo>
                    <a:pt x="607" y="420"/>
                  </a:lnTo>
                  <a:close/>
                  <a:moveTo>
                    <a:pt x="747" y="0"/>
                  </a:moveTo>
                  <a:lnTo>
                    <a:pt x="607" y="47"/>
                  </a:lnTo>
                  <a:lnTo>
                    <a:pt x="467" y="94"/>
                  </a:lnTo>
                  <a:lnTo>
                    <a:pt x="233" y="234"/>
                  </a:lnTo>
                  <a:lnTo>
                    <a:pt x="93" y="467"/>
                  </a:lnTo>
                  <a:lnTo>
                    <a:pt x="47" y="607"/>
                  </a:lnTo>
                  <a:lnTo>
                    <a:pt x="0" y="747"/>
                  </a:lnTo>
                  <a:lnTo>
                    <a:pt x="47" y="934"/>
                  </a:lnTo>
                  <a:lnTo>
                    <a:pt x="93" y="1073"/>
                  </a:lnTo>
                  <a:lnTo>
                    <a:pt x="140" y="1213"/>
                  </a:lnTo>
                  <a:lnTo>
                    <a:pt x="233" y="1307"/>
                  </a:lnTo>
                  <a:lnTo>
                    <a:pt x="467" y="1447"/>
                  </a:lnTo>
                  <a:lnTo>
                    <a:pt x="747" y="1493"/>
                  </a:lnTo>
                  <a:lnTo>
                    <a:pt x="1027" y="1447"/>
                  </a:lnTo>
                  <a:lnTo>
                    <a:pt x="1260" y="1307"/>
                  </a:lnTo>
                  <a:lnTo>
                    <a:pt x="1353" y="1213"/>
                  </a:lnTo>
                  <a:lnTo>
                    <a:pt x="1400" y="1073"/>
                  </a:lnTo>
                  <a:lnTo>
                    <a:pt x="1446" y="934"/>
                  </a:lnTo>
                  <a:lnTo>
                    <a:pt x="1493" y="747"/>
                  </a:lnTo>
                  <a:lnTo>
                    <a:pt x="1493" y="607"/>
                  </a:lnTo>
                  <a:lnTo>
                    <a:pt x="1446" y="467"/>
                  </a:lnTo>
                  <a:lnTo>
                    <a:pt x="1260" y="234"/>
                  </a:lnTo>
                  <a:lnTo>
                    <a:pt x="1027" y="94"/>
                  </a:lnTo>
                  <a:lnTo>
                    <a:pt x="887" y="47"/>
                  </a:lnTo>
                  <a:lnTo>
                    <a:pt x="7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43"/>
            <p:cNvSpPr/>
            <p:nvPr/>
          </p:nvSpPr>
          <p:spPr>
            <a:xfrm>
              <a:off x="6441650" y="3552125"/>
              <a:ext cx="74675" cy="74700"/>
            </a:xfrm>
            <a:custGeom>
              <a:avLst/>
              <a:gdLst/>
              <a:ahLst/>
              <a:cxnLst/>
              <a:rect l="l" t="t" r="r" b="b"/>
              <a:pathLst>
                <a:path w="2987" h="2988" extrusionOk="0">
                  <a:moveTo>
                    <a:pt x="2520" y="1"/>
                  </a:moveTo>
                  <a:lnTo>
                    <a:pt x="2240" y="48"/>
                  </a:lnTo>
                  <a:lnTo>
                    <a:pt x="1727" y="234"/>
                  </a:lnTo>
                  <a:lnTo>
                    <a:pt x="1214" y="467"/>
                  </a:lnTo>
                  <a:lnTo>
                    <a:pt x="794" y="794"/>
                  </a:lnTo>
                  <a:lnTo>
                    <a:pt x="467" y="1214"/>
                  </a:lnTo>
                  <a:lnTo>
                    <a:pt x="187" y="1727"/>
                  </a:lnTo>
                  <a:lnTo>
                    <a:pt x="47" y="2241"/>
                  </a:lnTo>
                  <a:lnTo>
                    <a:pt x="1" y="2521"/>
                  </a:lnTo>
                  <a:lnTo>
                    <a:pt x="1" y="2801"/>
                  </a:lnTo>
                  <a:lnTo>
                    <a:pt x="1" y="2894"/>
                  </a:lnTo>
                  <a:lnTo>
                    <a:pt x="47" y="2940"/>
                  </a:lnTo>
                  <a:lnTo>
                    <a:pt x="94" y="2987"/>
                  </a:lnTo>
                  <a:lnTo>
                    <a:pt x="234" y="2987"/>
                  </a:lnTo>
                  <a:lnTo>
                    <a:pt x="327" y="2940"/>
                  </a:lnTo>
                  <a:lnTo>
                    <a:pt x="374" y="2894"/>
                  </a:lnTo>
                  <a:lnTo>
                    <a:pt x="374" y="2801"/>
                  </a:lnTo>
                  <a:lnTo>
                    <a:pt x="420" y="2334"/>
                  </a:lnTo>
                  <a:lnTo>
                    <a:pt x="560" y="1867"/>
                  </a:lnTo>
                  <a:lnTo>
                    <a:pt x="794" y="1447"/>
                  </a:lnTo>
                  <a:lnTo>
                    <a:pt x="1074" y="1074"/>
                  </a:lnTo>
                  <a:lnTo>
                    <a:pt x="1447" y="794"/>
                  </a:lnTo>
                  <a:lnTo>
                    <a:pt x="1867" y="561"/>
                  </a:lnTo>
                  <a:lnTo>
                    <a:pt x="2334" y="421"/>
                  </a:lnTo>
                  <a:lnTo>
                    <a:pt x="2800" y="374"/>
                  </a:lnTo>
                  <a:lnTo>
                    <a:pt x="2893" y="374"/>
                  </a:lnTo>
                  <a:lnTo>
                    <a:pt x="2940" y="327"/>
                  </a:lnTo>
                  <a:lnTo>
                    <a:pt x="2987" y="281"/>
                  </a:lnTo>
                  <a:lnTo>
                    <a:pt x="2987" y="188"/>
                  </a:lnTo>
                  <a:lnTo>
                    <a:pt x="2987" y="94"/>
                  </a:lnTo>
                  <a:lnTo>
                    <a:pt x="2940" y="48"/>
                  </a:lnTo>
                  <a:lnTo>
                    <a:pt x="289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43"/>
            <p:cNvSpPr/>
            <p:nvPr/>
          </p:nvSpPr>
          <p:spPr>
            <a:xfrm>
              <a:off x="6294675" y="3385325"/>
              <a:ext cx="335975" cy="335975"/>
            </a:xfrm>
            <a:custGeom>
              <a:avLst/>
              <a:gdLst/>
              <a:ahLst/>
              <a:cxnLst/>
              <a:rect l="l" t="t" r="r" b="b"/>
              <a:pathLst>
                <a:path w="13439" h="13439" extrusionOk="0">
                  <a:moveTo>
                    <a:pt x="7233" y="374"/>
                  </a:moveTo>
                  <a:lnTo>
                    <a:pt x="7653" y="467"/>
                  </a:lnTo>
                  <a:lnTo>
                    <a:pt x="8026" y="560"/>
                  </a:lnTo>
                  <a:lnTo>
                    <a:pt x="8306" y="747"/>
                  </a:lnTo>
                  <a:lnTo>
                    <a:pt x="8446" y="980"/>
                  </a:lnTo>
                  <a:lnTo>
                    <a:pt x="8586" y="1354"/>
                  </a:lnTo>
                  <a:lnTo>
                    <a:pt x="8632" y="1820"/>
                  </a:lnTo>
                  <a:lnTo>
                    <a:pt x="8632" y="2333"/>
                  </a:lnTo>
                  <a:lnTo>
                    <a:pt x="6673" y="374"/>
                  </a:lnTo>
                  <a:close/>
                  <a:moveTo>
                    <a:pt x="6159" y="420"/>
                  </a:moveTo>
                  <a:lnTo>
                    <a:pt x="8586" y="2847"/>
                  </a:lnTo>
                  <a:lnTo>
                    <a:pt x="8492" y="3267"/>
                  </a:lnTo>
                  <a:lnTo>
                    <a:pt x="8399" y="3733"/>
                  </a:lnTo>
                  <a:lnTo>
                    <a:pt x="5320" y="607"/>
                  </a:lnTo>
                  <a:lnTo>
                    <a:pt x="5740" y="514"/>
                  </a:lnTo>
                  <a:lnTo>
                    <a:pt x="6159" y="420"/>
                  </a:lnTo>
                  <a:close/>
                  <a:moveTo>
                    <a:pt x="607" y="5320"/>
                  </a:moveTo>
                  <a:lnTo>
                    <a:pt x="3686" y="8399"/>
                  </a:lnTo>
                  <a:lnTo>
                    <a:pt x="3267" y="8493"/>
                  </a:lnTo>
                  <a:lnTo>
                    <a:pt x="2800" y="8586"/>
                  </a:lnTo>
                  <a:lnTo>
                    <a:pt x="420" y="6206"/>
                  </a:lnTo>
                  <a:lnTo>
                    <a:pt x="514" y="5786"/>
                  </a:lnTo>
                  <a:lnTo>
                    <a:pt x="607" y="5320"/>
                  </a:lnTo>
                  <a:close/>
                  <a:moveTo>
                    <a:pt x="374" y="6720"/>
                  </a:moveTo>
                  <a:lnTo>
                    <a:pt x="2287" y="8633"/>
                  </a:lnTo>
                  <a:lnTo>
                    <a:pt x="1633" y="8633"/>
                  </a:lnTo>
                  <a:lnTo>
                    <a:pt x="1213" y="8539"/>
                  </a:lnTo>
                  <a:lnTo>
                    <a:pt x="933" y="8446"/>
                  </a:lnTo>
                  <a:lnTo>
                    <a:pt x="700" y="8306"/>
                  </a:lnTo>
                  <a:lnTo>
                    <a:pt x="560" y="8073"/>
                  </a:lnTo>
                  <a:lnTo>
                    <a:pt x="420" y="7699"/>
                  </a:lnTo>
                  <a:lnTo>
                    <a:pt x="374" y="7233"/>
                  </a:lnTo>
                  <a:lnTo>
                    <a:pt x="374" y="6720"/>
                  </a:lnTo>
                  <a:close/>
                  <a:moveTo>
                    <a:pt x="10126" y="9333"/>
                  </a:moveTo>
                  <a:lnTo>
                    <a:pt x="10126" y="11059"/>
                  </a:lnTo>
                  <a:lnTo>
                    <a:pt x="9332" y="11059"/>
                  </a:lnTo>
                  <a:lnTo>
                    <a:pt x="9286" y="11012"/>
                  </a:lnTo>
                  <a:lnTo>
                    <a:pt x="9286" y="10966"/>
                  </a:lnTo>
                  <a:lnTo>
                    <a:pt x="9612" y="9939"/>
                  </a:lnTo>
                  <a:lnTo>
                    <a:pt x="9706" y="9752"/>
                  </a:lnTo>
                  <a:lnTo>
                    <a:pt x="9846" y="9612"/>
                  </a:lnTo>
                  <a:lnTo>
                    <a:pt x="9939" y="9426"/>
                  </a:lnTo>
                  <a:lnTo>
                    <a:pt x="10126" y="9333"/>
                  </a:lnTo>
                  <a:close/>
                  <a:moveTo>
                    <a:pt x="10126" y="11432"/>
                  </a:moveTo>
                  <a:lnTo>
                    <a:pt x="10126" y="12039"/>
                  </a:lnTo>
                  <a:lnTo>
                    <a:pt x="9286" y="12039"/>
                  </a:lnTo>
                  <a:lnTo>
                    <a:pt x="9286" y="11759"/>
                  </a:lnTo>
                  <a:lnTo>
                    <a:pt x="9286" y="11432"/>
                  </a:lnTo>
                  <a:close/>
                  <a:moveTo>
                    <a:pt x="12692" y="11432"/>
                  </a:moveTo>
                  <a:lnTo>
                    <a:pt x="12832" y="11479"/>
                  </a:lnTo>
                  <a:lnTo>
                    <a:pt x="12925" y="11526"/>
                  </a:lnTo>
                  <a:lnTo>
                    <a:pt x="13019" y="11619"/>
                  </a:lnTo>
                  <a:lnTo>
                    <a:pt x="13019" y="11759"/>
                  </a:lnTo>
                  <a:lnTo>
                    <a:pt x="13019" y="12039"/>
                  </a:lnTo>
                  <a:lnTo>
                    <a:pt x="10499" y="12039"/>
                  </a:lnTo>
                  <a:lnTo>
                    <a:pt x="10499" y="11432"/>
                  </a:lnTo>
                  <a:close/>
                  <a:moveTo>
                    <a:pt x="8632" y="6020"/>
                  </a:moveTo>
                  <a:lnTo>
                    <a:pt x="9239" y="6066"/>
                  </a:lnTo>
                  <a:lnTo>
                    <a:pt x="9799" y="6206"/>
                  </a:lnTo>
                  <a:lnTo>
                    <a:pt x="10312" y="6486"/>
                  </a:lnTo>
                  <a:lnTo>
                    <a:pt x="10779" y="6813"/>
                  </a:lnTo>
                  <a:lnTo>
                    <a:pt x="11199" y="7186"/>
                  </a:lnTo>
                  <a:lnTo>
                    <a:pt x="11525" y="7653"/>
                  </a:lnTo>
                  <a:lnTo>
                    <a:pt x="11759" y="8166"/>
                  </a:lnTo>
                  <a:lnTo>
                    <a:pt x="11945" y="8726"/>
                  </a:lnTo>
                  <a:lnTo>
                    <a:pt x="10546" y="8726"/>
                  </a:lnTo>
                  <a:lnTo>
                    <a:pt x="10312" y="8819"/>
                  </a:lnTo>
                  <a:lnTo>
                    <a:pt x="10079" y="8913"/>
                  </a:lnTo>
                  <a:lnTo>
                    <a:pt x="9846" y="9006"/>
                  </a:lnTo>
                  <a:lnTo>
                    <a:pt x="9659" y="9193"/>
                  </a:lnTo>
                  <a:lnTo>
                    <a:pt x="9472" y="9379"/>
                  </a:lnTo>
                  <a:lnTo>
                    <a:pt x="9379" y="9612"/>
                  </a:lnTo>
                  <a:lnTo>
                    <a:pt x="9239" y="9846"/>
                  </a:lnTo>
                  <a:lnTo>
                    <a:pt x="8912" y="10872"/>
                  </a:lnTo>
                  <a:lnTo>
                    <a:pt x="8912" y="11339"/>
                  </a:lnTo>
                  <a:lnTo>
                    <a:pt x="8912" y="11806"/>
                  </a:lnTo>
                  <a:lnTo>
                    <a:pt x="8866" y="12039"/>
                  </a:lnTo>
                  <a:lnTo>
                    <a:pt x="8819" y="12225"/>
                  </a:lnTo>
                  <a:lnTo>
                    <a:pt x="8726" y="12412"/>
                  </a:lnTo>
                  <a:lnTo>
                    <a:pt x="8586" y="12599"/>
                  </a:lnTo>
                  <a:lnTo>
                    <a:pt x="8399" y="12739"/>
                  </a:lnTo>
                  <a:lnTo>
                    <a:pt x="8213" y="12832"/>
                  </a:lnTo>
                  <a:lnTo>
                    <a:pt x="8026" y="12879"/>
                  </a:lnTo>
                  <a:lnTo>
                    <a:pt x="7793" y="12925"/>
                  </a:lnTo>
                  <a:lnTo>
                    <a:pt x="7559" y="12879"/>
                  </a:lnTo>
                  <a:lnTo>
                    <a:pt x="7373" y="12832"/>
                  </a:lnTo>
                  <a:lnTo>
                    <a:pt x="7186" y="12739"/>
                  </a:lnTo>
                  <a:lnTo>
                    <a:pt x="6999" y="12552"/>
                  </a:lnTo>
                  <a:lnTo>
                    <a:pt x="6813" y="12365"/>
                  </a:lnTo>
                  <a:lnTo>
                    <a:pt x="6253" y="11712"/>
                  </a:lnTo>
                  <a:lnTo>
                    <a:pt x="5973" y="11386"/>
                  </a:lnTo>
                  <a:lnTo>
                    <a:pt x="5740" y="11012"/>
                  </a:lnTo>
                  <a:lnTo>
                    <a:pt x="5553" y="10639"/>
                  </a:lnTo>
                  <a:lnTo>
                    <a:pt x="5413" y="10266"/>
                  </a:lnTo>
                  <a:lnTo>
                    <a:pt x="5320" y="9846"/>
                  </a:lnTo>
                  <a:lnTo>
                    <a:pt x="5273" y="9426"/>
                  </a:lnTo>
                  <a:lnTo>
                    <a:pt x="5320" y="9099"/>
                  </a:lnTo>
                  <a:lnTo>
                    <a:pt x="5366" y="8773"/>
                  </a:lnTo>
                  <a:lnTo>
                    <a:pt x="5413" y="8446"/>
                  </a:lnTo>
                  <a:lnTo>
                    <a:pt x="5553" y="8119"/>
                  </a:lnTo>
                  <a:lnTo>
                    <a:pt x="5693" y="7839"/>
                  </a:lnTo>
                  <a:lnTo>
                    <a:pt x="5880" y="7559"/>
                  </a:lnTo>
                  <a:lnTo>
                    <a:pt x="6066" y="7279"/>
                  </a:lnTo>
                  <a:lnTo>
                    <a:pt x="6299" y="7046"/>
                  </a:lnTo>
                  <a:lnTo>
                    <a:pt x="6533" y="6813"/>
                  </a:lnTo>
                  <a:lnTo>
                    <a:pt x="6813" y="6626"/>
                  </a:lnTo>
                  <a:lnTo>
                    <a:pt x="7093" y="6440"/>
                  </a:lnTo>
                  <a:lnTo>
                    <a:pt x="7373" y="6300"/>
                  </a:lnTo>
                  <a:lnTo>
                    <a:pt x="7699" y="6160"/>
                  </a:lnTo>
                  <a:lnTo>
                    <a:pt x="7979" y="6066"/>
                  </a:lnTo>
                  <a:lnTo>
                    <a:pt x="8306" y="6020"/>
                  </a:lnTo>
                  <a:close/>
                  <a:moveTo>
                    <a:pt x="13019" y="12459"/>
                  </a:moveTo>
                  <a:lnTo>
                    <a:pt x="13019" y="12692"/>
                  </a:lnTo>
                  <a:lnTo>
                    <a:pt x="13019" y="12832"/>
                  </a:lnTo>
                  <a:lnTo>
                    <a:pt x="12925" y="12925"/>
                  </a:lnTo>
                  <a:lnTo>
                    <a:pt x="12832" y="13019"/>
                  </a:lnTo>
                  <a:lnTo>
                    <a:pt x="10732" y="13019"/>
                  </a:lnTo>
                  <a:lnTo>
                    <a:pt x="10592" y="12925"/>
                  </a:lnTo>
                  <a:lnTo>
                    <a:pt x="10546" y="12832"/>
                  </a:lnTo>
                  <a:lnTo>
                    <a:pt x="10499" y="12692"/>
                  </a:lnTo>
                  <a:lnTo>
                    <a:pt x="10499" y="12459"/>
                  </a:lnTo>
                  <a:close/>
                  <a:moveTo>
                    <a:pt x="6393" y="0"/>
                  </a:moveTo>
                  <a:lnTo>
                    <a:pt x="5880" y="94"/>
                  </a:lnTo>
                  <a:lnTo>
                    <a:pt x="5366" y="187"/>
                  </a:lnTo>
                  <a:lnTo>
                    <a:pt x="4853" y="327"/>
                  </a:lnTo>
                  <a:lnTo>
                    <a:pt x="4433" y="514"/>
                  </a:lnTo>
                  <a:lnTo>
                    <a:pt x="3966" y="700"/>
                  </a:lnTo>
                  <a:lnTo>
                    <a:pt x="3453" y="980"/>
                  </a:lnTo>
                  <a:lnTo>
                    <a:pt x="2987" y="1307"/>
                  </a:lnTo>
                  <a:lnTo>
                    <a:pt x="2473" y="1680"/>
                  </a:lnTo>
                  <a:lnTo>
                    <a:pt x="2053" y="2053"/>
                  </a:lnTo>
                  <a:lnTo>
                    <a:pt x="1633" y="2520"/>
                  </a:lnTo>
                  <a:lnTo>
                    <a:pt x="1307" y="2987"/>
                  </a:lnTo>
                  <a:lnTo>
                    <a:pt x="1260" y="3033"/>
                  </a:lnTo>
                  <a:lnTo>
                    <a:pt x="1260" y="3127"/>
                  </a:lnTo>
                  <a:lnTo>
                    <a:pt x="1353" y="3220"/>
                  </a:lnTo>
                  <a:lnTo>
                    <a:pt x="1493" y="3267"/>
                  </a:lnTo>
                  <a:lnTo>
                    <a:pt x="1540" y="3267"/>
                  </a:lnTo>
                  <a:lnTo>
                    <a:pt x="1633" y="3220"/>
                  </a:lnTo>
                  <a:lnTo>
                    <a:pt x="1913" y="2753"/>
                  </a:lnTo>
                  <a:lnTo>
                    <a:pt x="2287" y="2380"/>
                  </a:lnTo>
                  <a:lnTo>
                    <a:pt x="2707" y="2007"/>
                  </a:lnTo>
                  <a:lnTo>
                    <a:pt x="3127" y="1680"/>
                  </a:lnTo>
                  <a:lnTo>
                    <a:pt x="3593" y="1354"/>
                  </a:lnTo>
                  <a:lnTo>
                    <a:pt x="4060" y="1120"/>
                  </a:lnTo>
                  <a:lnTo>
                    <a:pt x="4480" y="887"/>
                  </a:lnTo>
                  <a:lnTo>
                    <a:pt x="4900" y="747"/>
                  </a:lnTo>
                  <a:lnTo>
                    <a:pt x="8259" y="4153"/>
                  </a:lnTo>
                  <a:lnTo>
                    <a:pt x="7933" y="4900"/>
                  </a:lnTo>
                  <a:lnTo>
                    <a:pt x="7326" y="5040"/>
                  </a:lnTo>
                  <a:lnTo>
                    <a:pt x="6719" y="5273"/>
                  </a:lnTo>
                  <a:lnTo>
                    <a:pt x="6159" y="5600"/>
                  </a:lnTo>
                  <a:lnTo>
                    <a:pt x="5600" y="6020"/>
                  </a:lnTo>
                  <a:lnTo>
                    <a:pt x="5180" y="6486"/>
                  </a:lnTo>
                  <a:lnTo>
                    <a:pt x="4760" y="7046"/>
                  </a:lnTo>
                  <a:lnTo>
                    <a:pt x="4480" y="7606"/>
                  </a:lnTo>
                  <a:lnTo>
                    <a:pt x="4246" y="8213"/>
                  </a:lnTo>
                  <a:lnTo>
                    <a:pt x="4106" y="8259"/>
                  </a:lnTo>
                  <a:lnTo>
                    <a:pt x="747" y="4900"/>
                  </a:lnTo>
                  <a:lnTo>
                    <a:pt x="1073" y="4107"/>
                  </a:lnTo>
                  <a:lnTo>
                    <a:pt x="1073" y="4013"/>
                  </a:lnTo>
                  <a:lnTo>
                    <a:pt x="1073" y="3967"/>
                  </a:lnTo>
                  <a:lnTo>
                    <a:pt x="980" y="3873"/>
                  </a:lnTo>
                  <a:lnTo>
                    <a:pt x="840" y="3827"/>
                  </a:lnTo>
                  <a:lnTo>
                    <a:pt x="793" y="3873"/>
                  </a:lnTo>
                  <a:lnTo>
                    <a:pt x="700" y="3967"/>
                  </a:lnTo>
                  <a:lnTo>
                    <a:pt x="514" y="4433"/>
                  </a:lnTo>
                  <a:lnTo>
                    <a:pt x="327" y="4900"/>
                  </a:lnTo>
                  <a:lnTo>
                    <a:pt x="187" y="5366"/>
                  </a:lnTo>
                  <a:lnTo>
                    <a:pt x="94" y="5833"/>
                  </a:lnTo>
                  <a:lnTo>
                    <a:pt x="0" y="6253"/>
                  </a:lnTo>
                  <a:lnTo>
                    <a:pt x="0" y="6720"/>
                  </a:lnTo>
                  <a:lnTo>
                    <a:pt x="0" y="7326"/>
                  </a:lnTo>
                  <a:lnTo>
                    <a:pt x="94" y="7839"/>
                  </a:lnTo>
                  <a:lnTo>
                    <a:pt x="234" y="8259"/>
                  </a:lnTo>
                  <a:lnTo>
                    <a:pt x="327" y="8446"/>
                  </a:lnTo>
                  <a:lnTo>
                    <a:pt x="420" y="8586"/>
                  </a:lnTo>
                  <a:lnTo>
                    <a:pt x="607" y="8726"/>
                  </a:lnTo>
                  <a:lnTo>
                    <a:pt x="793" y="8866"/>
                  </a:lnTo>
                  <a:lnTo>
                    <a:pt x="1027" y="8959"/>
                  </a:lnTo>
                  <a:lnTo>
                    <a:pt x="1260" y="9006"/>
                  </a:lnTo>
                  <a:lnTo>
                    <a:pt x="1727" y="9053"/>
                  </a:lnTo>
                  <a:lnTo>
                    <a:pt x="2240" y="9053"/>
                  </a:lnTo>
                  <a:lnTo>
                    <a:pt x="2800" y="9006"/>
                  </a:lnTo>
                  <a:lnTo>
                    <a:pt x="3313" y="8913"/>
                  </a:lnTo>
                  <a:lnTo>
                    <a:pt x="4153" y="8679"/>
                  </a:lnTo>
                  <a:lnTo>
                    <a:pt x="4106" y="9193"/>
                  </a:lnTo>
                  <a:lnTo>
                    <a:pt x="4106" y="9752"/>
                  </a:lnTo>
                  <a:lnTo>
                    <a:pt x="4200" y="10266"/>
                  </a:lnTo>
                  <a:lnTo>
                    <a:pt x="4340" y="10826"/>
                  </a:lnTo>
                  <a:lnTo>
                    <a:pt x="4526" y="11292"/>
                  </a:lnTo>
                  <a:lnTo>
                    <a:pt x="4806" y="11759"/>
                  </a:lnTo>
                  <a:lnTo>
                    <a:pt x="5086" y="12225"/>
                  </a:lnTo>
                  <a:lnTo>
                    <a:pt x="5460" y="12599"/>
                  </a:lnTo>
                  <a:lnTo>
                    <a:pt x="5553" y="12645"/>
                  </a:lnTo>
                  <a:lnTo>
                    <a:pt x="5600" y="12692"/>
                  </a:lnTo>
                  <a:lnTo>
                    <a:pt x="6579" y="12692"/>
                  </a:lnTo>
                  <a:lnTo>
                    <a:pt x="6859" y="12972"/>
                  </a:lnTo>
                  <a:lnTo>
                    <a:pt x="7186" y="13159"/>
                  </a:lnTo>
                  <a:lnTo>
                    <a:pt x="7559" y="13299"/>
                  </a:lnTo>
                  <a:lnTo>
                    <a:pt x="7933" y="13299"/>
                  </a:lnTo>
                  <a:lnTo>
                    <a:pt x="8306" y="13252"/>
                  </a:lnTo>
                  <a:lnTo>
                    <a:pt x="8632" y="13065"/>
                  </a:lnTo>
                  <a:lnTo>
                    <a:pt x="8912" y="12785"/>
                  </a:lnTo>
                  <a:lnTo>
                    <a:pt x="9146" y="12459"/>
                  </a:lnTo>
                  <a:lnTo>
                    <a:pt x="10126" y="12459"/>
                  </a:lnTo>
                  <a:lnTo>
                    <a:pt x="10126" y="12692"/>
                  </a:lnTo>
                  <a:lnTo>
                    <a:pt x="10126" y="12832"/>
                  </a:lnTo>
                  <a:lnTo>
                    <a:pt x="10172" y="12972"/>
                  </a:lnTo>
                  <a:lnTo>
                    <a:pt x="10312" y="13205"/>
                  </a:lnTo>
                  <a:lnTo>
                    <a:pt x="10546" y="13345"/>
                  </a:lnTo>
                  <a:lnTo>
                    <a:pt x="10686" y="13392"/>
                  </a:lnTo>
                  <a:lnTo>
                    <a:pt x="10826" y="13439"/>
                  </a:lnTo>
                  <a:lnTo>
                    <a:pt x="12692" y="13439"/>
                  </a:lnTo>
                  <a:lnTo>
                    <a:pt x="12832" y="13392"/>
                  </a:lnTo>
                  <a:lnTo>
                    <a:pt x="12972" y="13345"/>
                  </a:lnTo>
                  <a:lnTo>
                    <a:pt x="13205" y="13205"/>
                  </a:lnTo>
                  <a:lnTo>
                    <a:pt x="13345" y="12972"/>
                  </a:lnTo>
                  <a:lnTo>
                    <a:pt x="13392" y="12832"/>
                  </a:lnTo>
                  <a:lnTo>
                    <a:pt x="13439" y="12692"/>
                  </a:lnTo>
                  <a:lnTo>
                    <a:pt x="13439" y="11759"/>
                  </a:lnTo>
                  <a:lnTo>
                    <a:pt x="13392" y="11619"/>
                  </a:lnTo>
                  <a:lnTo>
                    <a:pt x="13345" y="11479"/>
                  </a:lnTo>
                  <a:lnTo>
                    <a:pt x="13205" y="11246"/>
                  </a:lnTo>
                  <a:lnTo>
                    <a:pt x="12972" y="11106"/>
                  </a:lnTo>
                  <a:lnTo>
                    <a:pt x="12832" y="11059"/>
                  </a:lnTo>
                  <a:lnTo>
                    <a:pt x="10499" y="11059"/>
                  </a:lnTo>
                  <a:lnTo>
                    <a:pt x="10499" y="9146"/>
                  </a:lnTo>
                  <a:lnTo>
                    <a:pt x="10919" y="9099"/>
                  </a:lnTo>
                  <a:lnTo>
                    <a:pt x="13065" y="9099"/>
                  </a:lnTo>
                  <a:lnTo>
                    <a:pt x="13112" y="9053"/>
                  </a:lnTo>
                  <a:lnTo>
                    <a:pt x="13159" y="8959"/>
                  </a:lnTo>
                  <a:lnTo>
                    <a:pt x="13159" y="8913"/>
                  </a:lnTo>
                  <a:lnTo>
                    <a:pt x="13019" y="8213"/>
                  </a:lnTo>
                  <a:lnTo>
                    <a:pt x="12832" y="7559"/>
                  </a:lnTo>
                  <a:lnTo>
                    <a:pt x="12505" y="6953"/>
                  </a:lnTo>
                  <a:lnTo>
                    <a:pt x="12085" y="6393"/>
                  </a:lnTo>
                  <a:lnTo>
                    <a:pt x="11992" y="6346"/>
                  </a:lnTo>
                  <a:lnTo>
                    <a:pt x="11945" y="6346"/>
                  </a:lnTo>
                  <a:lnTo>
                    <a:pt x="11805" y="6393"/>
                  </a:lnTo>
                  <a:lnTo>
                    <a:pt x="11712" y="6486"/>
                  </a:lnTo>
                  <a:lnTo>
                    <a:pt x="11712" y="6580"/>
                  </a:lnTo>
                  <a:lnTo>
                    <a:pt x="11759" y="6673"/>
                  </a:lnTo>
                  <a:lnTo>
                    <a:pt x="12132" y="7093"/>
                  </a:lnTo>
                  <a:lnTo>
                    <a:pt x="12412" y="7606"/>
                  </a:lnTo>
                  <a:lnTo>
                    <a:pt x="12599" y="8166"/>
                  </a:lnTo>
                  <a:lnTo>
                    <a:pt x="12739" y="8726"/>
                  </a:lnTo>
                  <a:lnTo>
                    <a:pt x="12365" y="8726"/>
                  </a:lnTo>
                  <a:lnTo>
                    <a:pt x="12272" y="8399"/>
                  </a:lnTo>
                  <a:lnTo>
                    <a:pt x="12179" y="8073"/>
                  </a:lnTo>
                  <a:lnTo>
                    <a:pt x="11852" y="7513"/>
                  </a:lnTo>
                  <a:lnTo>
                    <a:pt x="11479" y="6953"/>
                  </a:lnTo>
                  <a:lnTo>
                    <a:pt x="11059" y="6533"/>
                  </a:lnTo>
                  <a:lnTo>
                    <a:pt x="10546" y="6160"/>
                  </a:lnTo>
                  <a:lnTo>
                    <a:pt x="10266" y="5973"/>
                  </a:lnTo>
                  <a:lnTo>
                    <a:pt x="9939" y="5880"/>
                  </a:lnTo>
                  <a:lnTo>
                    <a:pt x="9659" y="5786"/>
                  </a:lnTo>
                  <a:lnTo>
                    <a:pt x="9332" y="5693"/>
                  </a:lnTo>
                  <a:lnTo>
                    <a:pt x="9006" y="5646"/>
                  </a:lnTo>
                  <a:lnTo>
                    <a:pt x="8306" y="5646"/>
                  </a:lnTo>
                  <a:lnTo>
                    <a:pt x="7933" y="5693"/>
                  </a:lnTo>
                  <a:lnTo>
                    <a:pt x="7559" y="5786"/>
                  </a:lnTo>
                  <a:lnTo>
                    <a:pt x="7233" y="5926"/>
                  </a:lnTo>
                  <a:lnTo>
                    <a:pt x="6906" y="6066"/>
                  </a:lnTo>
                  <a:lnTo>
                    <a:pt x="6579" y="6300"/>
                  </a:lnTo>
                  <a:lnTo>
                    <a:pt x="6299" y="6533"/>
                  </a:lnTo>
                  <a:lnTo>
                    <a:pt x="6019" y="6766"/>
                  </a:lnTo>
                  <a:lnTo>
                    <a:pt x="5740" y="7046"/>
                  </a:lnTo>
                  <a:lnTo>
                    <a:pt x="5553" y="7326"/>
                  </a:lnTo>
                  <a:lnTo>
                    <a:pt x="5320" y="7653"/>
                  </a:lnTo>
                  <a:lnTo>
                    <a:pt x="5180" y="7979"/>
                  </a:lnTo>
                  <a:lnTo>
                    <a:pt x="5040" y="8306"/>
                  </a:lnTo>
                  <a:lnTo>
                    <a:pt x="4946" y="8679"/>
                  </a:lnTo>
                  <a:lnTo>
                    <a:pt x="4900" y="9053"/>
                  </a:lnTo>
                  <a:lnTo>
                    <a:pt x="4900" y="9426"/>
                  </a:lnTo>
                  <a:lnTo>
                    <a:pt x="4946" y="9846"/>
                  </a:lnTo>
                  <a:lnTo>
                    <a:pt x="5040" y="10266"/>
                  </a:lnTo>
                  <a:lnTo>
                    <a:pt x="5133" y="10639"/>
                  </a:lnTo>
                  <a:lnTo>
                    <a:pt x="5320" y="11012"/>
                  </a:lnTo>
                  <a:lnTo>
                    <a:pt x="5506" y="11386"/>
                  </a:lnTo>
                  <a:lnTo>
                    <a:pt x="5740" y="11666"/>
                  </a:lnTo>
                  <a:lnTo>
                    <a:pt x="6206" y="12272"/>
                  </a:lnTo>
                  <a:lnTo>
                    <a:pt x="5693" y="12272"/>
                  </a:lnTo>
                  <a:lnTo>
                    <a:pt x="5413" y="11992"/>
                  </a:lnTo>
                  <a:lnTo>
                    <a:pt x="5180" y="11666"/>
                  </a:lnTo>
                  <a:lnTo>
                    <a:pt x="4993" y="11292"/>
                  </a:lnTo>
                  <a:lnTo>
                    <a:pt x="4806" y="10919"/>
                  </a:lnTo>
                  <a:lnTo>
                    <a:pt x="4666" y="10546"/>
                  </a:lnTo>
                  <a:lnTo>
                    <a:pt x="4573" y="10172"/>
                  </a:lnTo>
                  <a:lnTo>
                    <a:pt x="4526" y="9752"/>
                  </a:lnTo>
                  <a:lnTo>
                    <a:pt x="4526" y="9379"/>
                  </a:lnTo>
                  <a:lnTo>
                    <a:pt x="4526" y="8959"/>
                  </a:lnTo>
                  <a:lnTo>
                    <a:pt x="4620" y="8586"/>
                  </a:lnTo>
                  <a:lnTo>
                    <a:pt x="4713" y="8166"/>
                  </a:lnTo>
                  <a:lnTo>
                    <a:pt x="4806" y="7793"/>
                  </a:lnTo>
                  <a:lnTo>
                    <a:pt x="4993" y="7466"/>
                  </a:lnTo>
                  <a:lnTo>
                    <a:pt x="5180" y="7093"/>
                  </a:lnTo>
                  <a:lnTo>
                    <a:pt x="5460" y="6766"/>
                  </a:lnTo>
                  <a:lnTo>
                    <a:pt x="5693" y="6486"/>
                  </a:lnTo>
                  <a:lnTo>
                    <a:pt x="5973" y="6206"/>
                  </a:lnTo>
                  <a:lnTo>
                    <a:pt x="6253" y="5973"/>
                  </a:lnTo>
                  <a:lnTo>
                    <a:pt x="6579" y="5786"/>
                  </a:lnTo>
                  <a:lnTo>
                    <a:pt x="6906" y="5646"/>
                  </a:lnTo>
                  <a:lnTo>
                    <a:pt x="7233" y="5506"/>
                  </a:lnTo>
                  <a:lnTo>
                    <a:pt x="7559" y="5366"/>
                  </a:lnTo>
                  <a:lnTo>
                    <a:pt x="7933" y="5320"/>
                  </a:lnTo>
                  <a:lnTo>
                    <a:pt x="8306" y="5273"/>
                  </a:lnTo>
                  <a:lnTo>
                    <a:pt x="8632" y="5226"/>
                  </a:lnTo>
                  <a:lnTo>
                    <a:pt x="9006" y="5273"/>
                  </a:lnTo>
                  <a:lnTo>
                    <a:pt x="9379" y="5320"/>
                  </a:lnTo>
                  <a:lnTo>
                    <a:pt x="9706" y="5366"/>
                  </a:lnTo>
                  <a:lnTo>
                    <a:pt x="10079" y="5460"/>
                  </a:lnTo>
                  <a:lnTo>
                    <a:pt x="10406" y="5600"/>
                  </a:lnTo>
                  <a:lnTo>
                    <a:pt x="10732" y="5786"/>
                  </a:lnTo>
                  <a:lnTo>
                    <a:pt x="11012" y="5973"/>
                  </a:lnTo>
                  <a:lnTo>
                    <a:pt x="11106" y="6020"/>
                  </a:lnTo>
                  <a:lnTo>
                    <a:pt x="11199" y="6020"/>
                  </a:lnTo>
                  <a:lnTo>
                    <a:pt x="11292" y="5926"/>
                  </a:lnTo>
                  <a:lnTo>
                    <a:pt x="11339" y="5786"/>
                  </a:lnTo>
                  <a:lnTo>
                    <a:pt x="11292" y="5740"/>
                  </a:lnTo>
                  <a:lnTo>
                    <a:pt x="11245" y="5646"/>
                  </a:lnTo>
                  <a:lnTo>
                    <a:pt x="10919" y="5460"/>
                  </a:lnTo>
                  <a:lnTo>
                    <a:pt x="10592" y="5273"/>
                  </a:lnTo>
                  <a:lnTo>
                    <a:pt x="10266" y="5133"/>
                  </a:lnTo>
                  <a:lnTo>
                    <a:pt x="9892" y="5040"/>
                  </a:lnTo>
                  <a:lnTo>
                    <a:pt x="9519" y="4946"/>
                  </a:lnTo>
                  <a:lnTo>
                    <a:pt x="9146" y="4853"/>
                  </a:lnTo>
                  <a:lnTo>
                    <a:pt x="8399" y="4853"/>
                  </a:lnTo>
                  <a:lnTo>
                    <a:pt x="8586" y="4340"/>
                  </a:lnTo>
                  <a:lnTo>
                    <a:pt x="8772" y="3780"/>
                  </a:lnTo>
                  <a:lnTo>
                    <a:pt x="8912" y="3173"/>
                  </a:lnTo>
                  <a:lnTo>
                    <a:pt x="9006" y="2567"/>
                  </a:lnTo>
                  <a:lnTo>
                    <a:pt x="9052" y="1960"/>
                  </a:lnTo>
                  <a:lnTo>
                    <a:pt x="8959" y="1400"/>
                  </a:lnTo>
                  <a:lnTo>
                    <a:pt x="8912" y="1120"/>
                  </a:lnTo>
                  <a:lnTo>
                    <a:pt x="8819" y="887"/>
                  </a:lnTo>
                  <a:lnTo>
                    <a:pt x="8726" y="654"/>
                  </a:lnTo>
                  <a:lnTo>
                    <a:pt x="8586" y="467"/>
                  </a:lnTo>
                  <a:lnTo>
                    <a:pt x="8446" y="327"/>
                  </a:lnTo>
                  <a:lnTo>
                    <a:pt x="8306" y="234"/>
                  </a:lnTo>
                  <a:lnTo>
                    <a:pt x="7933" y="94"/>
                  </a:lnTo>
                  <a:lnTo>
                    <a:pt x="74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432;p35">
            <a:extLst>
              <a:ext uri="{FF2B5EF4-FFF2-40B4-BE49-F238E27FC236}">
                <a16:creationId xmlns:a16="http://schemas.microsoft.com/office/drawing/2014/main" id="{D3BA9117-D603-3BC7-867C-71417BBC40EB}"/>
              </a:ext>
            </a:extLst>
          </p:cNvPr>
          <p:cNvSpPr txBox="1">
            <a:spLocks/>
          </p:cNvSpPr>
          <p:nvPr/>
        </p:nvSpPr>
        <p:spPr>
          <a:xfrm>
            <a:off x="8622506" y="4750283"/>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5">
          <a:extLst>
            <a:ext uri="{FF2B5EF4-FFF2-40B4-BE49-F238E27FC236}">
              <a16:creationId xmlns:a16="http://schemas.microsoft.com/office/drawing/2014/main" id="{A8622E5B-C903-73AD-EF49-54CD4844857F}"/>
            </a:ext>
          </a:extLst>
        </p:cNvPr>
        <p:cNvGrpSpPr/>
        <p:nvPr/>
      </p:nvGrpSpPr>
      <p:grpSpPr>
        <a:xfrm>
          <a:off x="0" y="0"/>
          <a:ext cx="0" cy="0"/>
          <a:chOff x="0" y="0"/>
          <a:chExt cx="0" cy="0"/>
        </a:xfrm>
      </p:grpSpPr>
      <p:sp>
        <p:nvSpPr>
          <p:cNvPr id="526" name="Google Shape;526;p43">
            <a:extLst>
              <a:ext uri="{FF2B5EF4-FFF2-40B4-BE49-F238E27FC236}">
                <a16:creationId xmlns:a16="http://schemas.microsoft.com/office/drawing/2014/main" id="{F44684E8-02B2-E469-A477-E3093B234B6D}"/>
              </a:ext>
            </a:extLst>
          </p:cNvPr>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Implementation:</a:t>
            </a:r>
            <a:endParaRPr dirty="0"/>
          </a:p>
        </p:txBody>
      </p:sp>
      <p:sp>
        <p:nvSpPr>
          <p:cNvPr id="527" name="Google Shape;527;p43">
            <a:extLst>
              <a:ext uri="{FF2B5EF4-FFF2-40B4-BE49-F238E27FC236}">
                <a16:creationId xmlns:a16="http://schemas.microsoft.com/office/drawing/2014/main" id="{3163447C-7C9B-0396-E3EE-18FFD7BDF907}"/>
              </a:ext>
            </a:extLst>
          </p:cNvPr>
          <p:cNvSpPr txBox="1"/>
          <p:nvPr/>
        </p:nvSpPr>
        <p:spPr>
          <a:xfrm>
            <a:off x="815454" y="1314942"/>
            <a:ext cx="2551200" cy="365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000" dirty="0">
                <a:solidFill>
                  <a:schemeClr val="lt1"/>
                </a:solidFill>
                <a:latin typeface="Playfair Display Medium"/>
                <a:ea typeface="Playfair Display Medium"/>
                <a:cs typeface="Playfair Display Medium"/>
                <a:sym typeface="Playfair Display Medium"/>
              </a:rPr>
              <a:t>Battle stages:</a:t>
            </a:r>
            <a:endParaRPr sz="2000" dirty="0">
              <a:solidFill>
                <a:schemeClr val="lt1"/>
              </a:solidFill>
              <a:latin typeface="Playfair Display Medium"/>
              <a:ea typeface="Playfair Display Medium"/>
              <a:cs typeface="Playfair Display Medium"/>
              <a:sym typeface="Playfair Display Medium"/>
            </a:endParaRPr>
          </a:p>
        </p:txBody>
      </p:sp>
      <p:sp>
        <p:nvSpPr>
          <p:cNvPr id="528" name="Google Shape;528;p43">
            <a:extLst>
              <a:ext uri="{FF2B5EF4-FFF2-40B4-BE49-F238E27FC236}">
                <a16:creationId xmlns:a16="http://schemas.microsoft.com/office/drawing/2014/main" id="{227E6943-24D3-6D22-A903-14AE4BBD4B47}"/>
              </a:ext>
            </a:extLst>
          </p:cNvPr>
          <p:cNvSpPr txBox="1"/>
          <p:nvPr/>
        </p:nvSpPr>
        <p:spPr>
          <a:xfrm>
            <a:off x="815400" y="1680642"/>
            <a:ext cx="2551200" cy="2930700"/>
          </a:xfrm>
          <a:prstGeom prst="rect">
            <a:avLst/>
          </a:prstGeom>
          <a:noFill/>
          <a:ln>
            <a:noFill/>
          </a:ln>
        </p:spPr>
        <p:txBody>
          <a:bodyPr spcFirstLastPara="1" wrap="square" lIns="91425" tIns="91425" rIns="91425" bIns="91425" anchor="t" anchorCtr="0">
            <a:noAutofit/>
          </a:bodyPr>
          <a:lstStyle/>
          <a:p>
            <a:pPr marL="285750" lvl="0" indent="-285750" algn="just" rtl="0">
              <a:lnSpc>
                <a:spcPct val="115000"/>
              </a:lnSpc>
              <a:spcBef>
                <a:spcPts val="0"/>
              </a:spcBef>
              <a:spcAft>
                <a:spcPts val="0"/>
              </a:spcAft>
              <a:buFont typeface="Arial" panose="020B0604020202020204" pitchFamily="34" charset="0"/>
              <a:buChar char="•"/>
            </a:pPr>
            <a:r>
              <a:rPr lang="en-US" dirty="0">
                <a:solidFill>
                  <a:schemeClr val="lt1"/>
                </a:solidFill>
                <a:latin typeface="Hind"/>
                <a:ea typeface="Hind"/>
                <a:cs typeface="Hind"/>
                <a:sym typeface="Hind"/>
              </a:rPr>
              <a:t>Different enemies on different stages.</a:t>
            </a:r>
          </a:p>
          <a:p>
            <a:pPr marL="285750" lvl="0" indent="-285750" algn="just" rtl="0">
              <a:lnSpc>
                <a:spcPct val="115000"/>
              </a:lnSpc>
              <a:spcBef>
                <a:spcPts val="0"/>
              </a:spcBef>
              <a:spcAft>
                <a:spcPts val="0"/>
              </a:spcAft>
              <a:buFont typeface="Arial" panose="020B0604020202020204" pitchFamily="34" charset="0"/>
              <a:buChar char="•"/>
            </a:pPr>
            <a:r>
              <a:rPr lang="en-US" dirty="0">
                <a:solidFill>
                  <a:schemeClr val="lt1"/>
                </a:solidFill>
                <a:latin typeface="Hind"/>
                <a:ea typeface="Hind"/>
                <a:cs typeface="Hind"/>
                <a:sym typeface="Hind"/>
              </a:rPr>
              <a:t>Different enemies have different attack damage and patterns.</a:t>
            </a:r>
          </a:p>
          <a:p>
            <a:pPr marL="285750" lvl="0" indent="-285750" algn="just" rtl="0">
              <a:lnSpc>
                <a:spcPct val="115000"/>
              </a:lnSpc>
              <a:spcBef>
                <a:spcPts val="0"/>
              </a:spcBef>
              <a:spcAft>
                <a:spcPts val="0"/>
              </a:spcAft>
              <a:buFont typeface="Arial" panose="020B0604020202020204" pitchFamily="34" charset="0"/>
              <a:buChar char="•"/>
            </a:pPr>
            <a:r>
              <a:rPr lang="en-US" dirty="0">
                <a:solidFill>
                  <a:schemeClr val="lt1"/>
                </a:solidFill>
                <a:latin typeface="Hind"/>
                <a:ea typeface="Hind"/>
                <a:cs typeface="Hind"/>
                <a:sym typeface="Hind"/>
              </a:rPr>
              <a:t> The final boss appears and the end of the game.</a:t>
            </a:r>
            <a:endParaRPr dirty="0">
              <a:solidFill>
                <a:schemeClr val="lt1"/>
              </a:solidFill>
              <a:latin typeface="Hind"/>
              <a:ea typeface="Hind"/>
              <a:cs typeface="Hind"/>
              <a:sym typeface="Hind"/>
            </a:endParaRPr>
          </a:p>
        </p:txBody>
      </p:sp>
      <p:sp>
        <p:nvSpPr>
          <p:cNvPr id="529" name="Google Shape;529;p43">
            <a:extLst>
              <a:ext uri="{FF2B5EF4-FFF2-40B4-BE49-F238E27FC236}">
                <a16:creationId xmlns:a16="http://schemas.microsoft.com/office/drawing/2014/main" id="{D806E59E-B7A4-9C54-5010-1E5E08EBE0B0}"/>
              </a:ext>
            </a:extLst>
          </p:cNvPr>
          <p:cNvSpPr txBox="1"/>
          <p:nvPr/>
        </p:nvSpPr>
        <p:spPr>
          <a:xfrm>
            <a:off x="3482275" y="2250780"/>
            <a:ext cx="1654499" cy="365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US" sz="1800" dirty="0">
                <a:solidFill>
                  <a:schemeClr val="lt1"/>
                </a:solidFill>
                <a:latin typeface="Playfair Display Medium"/>
                <a:ea typeface="Playfair Display Medium"/>
                <a:cs typeface="Playfair Display Medium"/>
                <a:sym typeface="Playfair Display Medium"/>
              </a:rPr>
              <a:t>Stage 1</a:t>
            </a:r>
            <a:endParaRPr sz="1800" dirty="0">
              <a:solidFill>
                <a:schemeClr val="lt1"/>
              </a:solidFill>
              <a:latin typeface="Playfair Display Medium"/>
              <a:ea typeface="Playfair Display Medium"/>
              <a:cs typeface="Playfair Display Medium"/>
              <a:sym typeface="Playfair Display Medium"/>
            </a:endParaRPr>
          </a:p>
        </p:txBody>
      </p:sp>
      <p:sp>
        <p:nvSpPr>
          <p:cNvPr id="531" name="Google Shape;531;p43">
            <a:extLst>
              <a:ext uri="{FF2B5EF4-FFF2-40B4-BE49-F238E27FC236}">
                <a16:creationId xmlns:a16="http://schemas.microsoft.com/office/drawing/2014/main" id="{237FF897-C8A3-EAE9-D8A0-8D8AD600F62F}"/>
              </a:ext>
            </a:extLst>
          </p:cNvPr>
          <p:cNvSpPr txBox="1"/>
          <p:nvPr/>
        </p:nvSpPr>
        <p:spPr>
          <a:xfrm>
            <a:off x="6270614" y="2250681"/>
            <a:ext cx="2366240" cy="365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US" sz="1800" dirty="0">
                <a:solidFill>
                  <a:schemeClr val="lt1"/>
                </a:solidFill>
                <a:latin typeface="Playfair Display Medium"/>
                <a:ea typeface="Playfair Display Medium"/>
                <a:cs typeface="Playfair Display Medium"/>
                <a:sym typeface="Playfair Display Medium"/>
              </a:rPr>
              <a:t>Stage 3</a:t>
            </a:r>
            <a:endParaRPr sz="1800" dirty="0">
              <a:solidFill>
                <a:schemeClr val="lt1"/>
              </a:solidFill>
              <a:latin typeface="Playfair Display Medium"/>
              <a:ea typeface="Playfair Display Medium"/>
              <a:cs typeface="Playfair Display Medium"/>
              <a:sym typeface="Playfair Display Medium"/>
            </a:endParaRPr>
          </a:p>
        </p:txBody>
      </p:sp>
      <p:sp>
        <p:nvSpPr>
          <p:cNvPr id="534" name="Google Shape;534;p43">
            <a:extLst>
              <a:ext uri="{FF2B5EF4-FFF2-40B4-BE49-F238E27FC236}">
                <a16:creationId xmlns:a16="http://schemas.microsoft.com/office/drawing/2014/main" id="{0C671588-ACE5-C93D-E5BC-1583AAC0AA34}"/>
              </a:ext>
            </a:extLst>
          </p:cNvPr>
          <p:cNvSpPr txBox="1"/>
          <p:nvPr/>
        </p:nvSpPr>
        <p:spPr>
          <a:xfrm>
            <a:off x="5088171" y="3964523"/>
            <a:ext cx="17520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000" dirty="0">
                <a:solidFill>
                  <a:schemeClr val="lt1"/>
                </a:solidFill>
                <a:latin typeface="Playfair Display Medium"/>
                <a:ea typeface="Playfair Display Medium"/>
                <a:cs typeface="Playfair Display Medium"/>
                <a:sym typeface="Playfair Display Medium"/>
              </a:rPr>
              <a:t>Battle Stages</a:t>
            </a:r>
            <a:endParaRPr sz="2000" dirty="0">
              <a:solidFill>
                <a:schemeClr val="lt1"/>
              </a:solidFill>
              <a:latin typeface="Playfair Display Medium"/>
              <a:ea typeface="Playfair Display Medium"/>
              <a:cs typeface="Playfair Display Medium"/>
              <a:sym typeface="Playfair Display Medium"/>
            </a:endParaRPr>
          </a:p>
        </p:txBody>
      </p:sp>
      <p:cxnSp>
        <p:nvCxnSpPr>
          <p:cNvPr id="535" name="Google Shape;535;p43">
            <a:extLst>
              <a:ext uri="{FF2B5EF4-FFF2-40B4-BE49-F238E27FC236}">
                <a16:creationId xmlns:a16="http://schemas.microsoft.com/office/drawing/2014/main" id="{5961051D-9FD7-42CA-3006-FEF2353DBEC6}"/>
              </a:ext>
            </a:extLst>
          </p:cNvPr>
          <p:cNvCxnSpPr>
            <a:cxnSpLocks/>
            <a:stCxn id="529" idx="2"/>
            <a:endCxn id="534" idx="0"/>
          </p:cNvCxnSpPr>
          <p:nvPr/>
        </p:nvCxnSpPr>
        <p:spPr>
          <a:xfrm rot="16200000" flipH="1">
            <a:off x="4462827" y="2463178"/>
            <a:ext cx="1348043" cy="1654646"/>
          </a:xfrm>
          <a:prstGeom prst="bentConnector3">
            <a:avLst>
              <a:gd name="adj1" fmla="val 50000"/>
            </a:avLst>
          </a:prstGeom>
          <a:noFill/>
          <a:ln w="9525" cap="flat" cmpd="sng">
            <a:solidFill>
              <a:schemeClr val="lt1"/>
            </a:solidFill>
            <a:prstDash val="solid"/>
            <a:round/>
            <a:headEnd type="diamond" w="med" len="med"/>
            <a:tailEnd type="diamond" w="med" len="med"/>
          </a:ln>
        </p:spPr>
      </p:cxnSp>
      <p:cxnSp>
        <p:nvCxnSpPr>
          <p:cNvPr id="538" name="Google Shape;538;p43">
            <a:extLst>
              <a:ext uri="{FF2B5EF4-FFF2-40B4-BE49-F238E27FC236}">
                <a16:creationId xmlns:a16="http://schemas.microsoft.com/office/drawing/2014/main" id="{2AB47633-FD87-B568-8E44-170C89277B61}"/>
              </a:ext>
            </a:extLst>
          </p:cNvPr>
          <p:cNvCxnSpPr>
            <a:cxnSpLocks/>
            <a:stCxn id="531" idx="2"/>
            <a:endCxn id="534" idx="0"/>
          </p:cNvCxnSpPr>
          <p:nvPr/>
        </p:nvCxnSpPr>
        <p:spPr>
          <a:xfrm rot="5400000">
            <a:off x="6034882" y="2545671"/>
            <a:ext cx="1348142" cy="1489563"/>
          </a:xfrm>
          <a:prstGeom prst="bentConnector3">
            <a:avLst>
              <a:gd name="adj1" fmla="val 50000"/>
            </a:avLst>
          </a:prstGeom>
          <a:noFill/>
          <a:ln w="9525" cap="flat" cmpd="sng">
            <a:solidFill>
              <a:schemeClr val="lt1"/>
            </a:solidFill>
            <a:prstDash val="solid"/>
            <a:round/>
            <a:headEnd type="diamond" w="med" len="med"/>
            <a:tailEnd type="diamond" w="med" len="med"/>
          </a:ln>
        </p:spPr>
      </p:cxnSp>
      <p:cxnSp>
        <p:nvCxnSpPr>
          <p:cNvPr id="539" name="Google Shape;539;p43">
            <a:extLst>
              <a:ext uri="{FF2B5EF4-FFF2-40B4-BE49-F238E27FC236}">
                <a16:creationId xmlns:a16="http://schemas.microsoft.com/office/drawing/2014/main" id="{5F3BE1BC-03CF-CA73-E675-163859229E8F}"/>
              </a:ext>
            </a:extLst>
          </p:cNvPr>
          <p:cNvCxnSpPr>
            <a:cxnSpLocks/>
            <a:stCxn id="540" idx="1"/>
            <a:endCxn id="8" idx="3"/>
          </p:cNvCxnSpPr>
          <p:nvPr/>
        </p:nvCxnSpPr>
        <p:spPr>
          <a:xfrm flipV="1">
            <a:off x="4689026" y="1655377"/>
            <a:ext cx="862110" cy="4694"/>
          </a:xfrm>
          <a:prstGeom prst="bentConnector3">
            <a:avLst>
              <a:gd name="adj1" fmla="val 50000"/>
            </a:avLst>
          </a:prstGeom>
          <a:noFill/>
          <a:ln w="9525" cap="flat" cmpd="sng">
            <a:solidFill>
              <a:schemeClr val="lt1"/>
            </a:solidFill>
            <a:prstDash val="solid"/>
            <a:round/>
            <a:headEnd type="none" w="med" len="med"/>
            <a:tailEnd type="none" w="med" len="med"/>
          </a:ln>
        </p:spPr>
      </p:cxnSp>
      <p:sp>
        <p:nvSpPr>
          <p:cNvPr id="540" name="Google Shape;540;p43">
            <a:extLst>
              <a:ext uri="{FF2B5EF4-FFF2-40B4-BE49-F238E27FC236}">
                <a16:creationId xmlns:a16="http://schemas.microsoft.com/office/drawing/2014/main" id="{49524EA5-A043-E9A1-F700-A781BD21B663}"/>
              </a:ext>
            </a:extLst>
          </p:cNvPr>
          <p:cNvSpPr/>
          <p:nvPr/>
        </p:nvSpPr>
        <p:spPr>
          <a:xfrm flipH="1">
            <a:off x="3930026" y="1280571"/>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43">
            <a:extLst>
              <a:ext uri="{FF2B5EF4-FFF2-40B4-BE49-F238E27FC236}">
                <a16:creationId xmlns:a16="http://schemas.microsoft.com/office/drawing/2014/main" id="{CAAE6581-D48A-518E-8E5A-968D81DA3B26}"/>
              </a:ext>
            </a:extLst>
          </p:cNvPr>
          <p:cNvSpPr/>
          <p:nvPr/>
        </p:nvSpPr>
        <p:spPr>
          <a:xfrm flipH="1">
            <a:off x="7172247" y="1280472"/>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43">
            <a:extLst>
              <a:ext uri="{FF2B5EF4-FFF2-40B4-BE49-F238E27FC236}">
                <a16:creationId xmlns:a16="http://schemas.microsoft.com/office/drawing/2014/main" id="{2BAC35C5-D7CD-B9E8-B50F-462C8D507B83}"/>
              </a:ext>
            </a:extLst>
          </p:cNvPr>
          <p:cNvSpPr/>
          <p:nvPr/>
        </p:nvSpPr>
        <p:spPr>
          <a:xfrm>
            <a:off x="4141538" y="1506659"/>
            <a:ext cx="335975" cy="306825"/>
          </a:xfrm>
          <a:custGeom>
            <a:avLst/>
            <a:gdLst/>
            <a:ahLst/>
            <a:cxnLst/>
            <a:rect l="l" t="t" r="r" b="b"/>
            <a:pathLst>
              <a:path w="13439" h="12273" extrusionOk="0">
                <a:moveTo>
                  <a:pt x="10919" y="2521"/>
                </a:moveTo>
                <a:lnTo>
                  <a:pt x="10919" y="4574"/>
                </a:lnTo>
                <a:lnTo>
                  <a:pt x="5926" y="4574"/>
                </a:lnTo>
                <a:lnTo>
                  <a:pt x="5926" y="2521"/>
                </a:lnTo>
                <a:close/>
                <a:moveTo>
                  <a:pt x="11572" y="4994"/>
                </a:moveTo>
                <a:lnTo>
                  <a:pt x="11619" y="5040"/>
                </a:lnTo>
                <a:lnTo>
                  <a:pt x="11665" y="5134"/>
                </a:lnTo>
                <a:lnTo>
                  <a:pt x="11619" y="5274"/>
                </a:lnTo>
                <a:lnTo>
                  <a:pt x="11572" y="5320"/>
                </a:lnTo>
                <a:lnTo>
                  <a:pt x="5366" y="5320"/>
                </a:lnTo>
                <a:lnTo>
                  <a:pt x="5273" y="5274"/>
                </a:lnTo>
                <a:lnTo>
                  <a:pt x="5226" y="5134"/>
                </a:lnTo>
                <a:lnTo>
                  <a:pt x="5273" y="5040"/>
                </a:lnTo>
                <a:lnTo>
                  <a:pt x="5366" y="4994"/>
                </a:lnTo>
                <a:close/>
                <a:moveTo>
                  <a:pt x="6859" y="5694"/>
                </a:moveTo>
                <a:lnTo>
                  <a:pt x="6952" y="6720"/>
                </a:lnTo>
                <a:lnTo>
                  <a:pt x="6159" y="6720"/>
                </a:lnTo>
                <a:lnTo>
                  <a:pt x="5973" y="5694"/>
                </a:lnTo>
                <a:close/>
                <a:moveTo>
                  <a:pt x="8259" y="5694"/>
                </a:moveTo>
                <a:lnTo>
                  <a:pt x="8259" y="6720"/>
                </a:lnTo>
                <a:lnTo>
                  <a:pt x="7372" y="6720"/>
                </a:lnTo>
                <a:lnTo>
                  <a:pt x="7279" y="5694"/>
                </a:lnTo>
                <a:close/>
                <a:moveTo>
                  <a:pt x="9612" y="5694"/>
                </a:moveTo>
                <a:lnTo>
                  <a:pt x="9519" y="6720"/>
                </a:lnTo>
                <a:lnTo>
                  <a:pt x="8632" y="6720"/>
                </a:lnTo>
                <a:lnTo>
                  <a:pt x="8632" y="5694"/>
                </a:lnTo>
                <a:close/>
                <a:moveTo>
                  <a:pt x="10919" y="5694"/>
                </a:moveTo>
                <a:lnTo>
                  <a:pt x="10732" y="6720"/>
                </a:lnTo>
                <a:lnTo>
                  <a:pt x="9939" y="6720"/>
                </a:lnTo>
                <a:lnTo>
                  <a:pt x="10032" y="5694"/>
                </a:lnTo>
                <a:close/>
                <a:moveTo>
                  <a:pt x="3780" y="5880"/>
                </a:moveTo>
                <a:lnTo>
                  <a:pt x="3686" y="6487"/>
                </a:lnTo>
                <a:lnTo>
                  <a:pt x="3500" y="7047"/>
                </a:lnTo>
                <a:lnTo>
                  <a:pt x="3220" y="7560"/>
                </a:lnTo>
                <a:lnTo>
                  <a:pt x="2846" y="8027"/>
                </a:lnTo>
                <a:lnTo>
                  <a:pt x="1446" y="6627"/>
                </a:lnTo>
                <a:lnTo>
                  <a:pt x="1680" y="6393"/>
                </a:lnTo>
                <a:lnTo>
                  <a:pt x="1960" y="6253"/>
                </a:lnTo>
                <a:lnTo>
                  <a:pt x="2240" y="6113"/>
                </a:lnTo>
                <a:lnTo>
                  <a:pt x="2520" y="5973"/>
                </a:lnTo>
                <a:lnTo>
                  <a:pt x="2846" y="5927"/>
                </a:lnTo>
                <a:lnTo>
                  <a:pt x="3173" y="5880"/>
                </a:lnTo>
                <a:close/>
                <a:moveTo>
                  <a:pt x="6999" y="7093"/>
                </a:moveTo>
                <a:lnTo>
                  <a:pt x="7092" y="8120"/>
                </a:lnTo>
                <a:lnTo>
                  <a:pt x="6766" y="8120"/>
                </a:lnTo>
                <a:lnTo>
                  <a:pt x="6579" y="7607"/>
                </a:lnTo>
                <a:lnTo>
                  <a:pt x="6346" y="7093"/>
                </a:lnTo>
                <a:close/>
                <a:moveTo>
                  <a:pt x="8259" y="7093"/>
                </a:moveTo>
                <a:lnTo>
                  <a:pt x="8259" y="8120"/>
                </a:lnTo>
                <a:lnTo>
                  <a:pt x="7512" y="8120"/>
                </a:lnTo>
                <a:lnTo>
                  <a:pt x="7419" y="7093"/>
                </a:lnTo>
                <a:close/>
                <a:moveTo>
                  <a:pt x="9472" y="7093"/>
                </a:moveTo>
                <a:lnTo>
                  <a:pt x="9379" y="8120"/>
                </a:lnTo>
                <a:lnTo>
                  <a:pt x="8632" y="8120"/>
                </a:lnTo>
                <a:lnTo>
                  <a:pt x="8632" y="7093"/>
                </a:lnTo>
                <a:close/>
                <a:moveTo>
                  <a:pt x="10639" y="7093"/>
                </a:moveTo>
                <a:lnTo>
                  <a:pt x="10452" y="8120"/>
                </a:lnTo>
                <a:lnTo>
                  <a:pt x="9752" y="8120"/>
                </a:lnTo>
                <a:lnTo>
                  <a:pt x="9892" y="7093"/>
                </a:lnTo>
                <a:close/>
                <a:moveTo>
                  <a:pt x="4153" y="5973"/>
                </a:moveTo>
                <a:lnTo>
                  <a:pt x="4479" y="6067"/>
                </a:lnTo>
                <a:lnTo>
                  <a:pt x="4806" y="6207"/>
                </a:lnTo>
                <a:lnTo>
                  <a:pt x="5133" y="6393"/>
                </a:lnTo>
                <a:lnTo>
                  <a:pt x="5413" y="6627"/>
                </a:lnTo>
                <a:lnTo>
                  <a:pt x="3406" y="8586"/>
                </a:lnTo>
                <a:lnTo>
                  <a:pt x="3126" y="8307"/>
                </a:lnTo>
                <a:lnTo>
                  <a:pt x="3546" y="7793"/>
                </a:lnTo>
                <a:lnTo>
                  <a:pt x="3826" y="7233"/>
                </a:lnTo>
                <a:lnTo>
                  <a:pt x="4059" y="6627"/>
                </a:lnTo>
                <a:lnTo>
                  <a:pt x="4106" y="6300"/>
                </a:lnTo>
                <a:lnTo>
                  <a:pt x="4153" y="5973"/>
                </a:lnTo>
                <a:close/>
                <a:moveTo>
                  <a:pt x="5693" y="6907"/>
                </a:moveTo>
                <a:lnTo>
                  <a:pt x="5833" y="7093"/>
                </a:lnTo>
                <a:lnTo>
                  <a:pt x="6019" y="7327"/>
                </a:lnTo>
                <a:lnTo>
                  <a:pt x="6159" y="7607"/>
                </a:lnTo>
                <a:lnTo>
                  <a:pt x="6253" y="7840"/>
                </a:lnTo>
                <a:lnTo>
                  <a:pt x="6346" y="8120"/>
                </a:lnTo>
                <a:lnTo>
                  <a:pt x="6019" y="8167"/>
                </a:lnTo>
                <a:lnTo>
                  <a:pt x="5693" y="8260"/>
                </a:lnTo>
                <a:lnTo>
                  <a:pt x="5039" y="8447"/>
                </a:lnTo>
                <a:lnTo>
                  <a:pt x="4479" y="8773"/>
                </a:lnTo>
                <a:lnTo>
                  <a:pt x="3966" y="9146"/>
                </a:lnTo>
                <a:lnTo>
                  <a:pt x="3686" y="8866"/>
                </a:lnTo>
                <a:lnTo>
                  <a:pt x="5693" y="6907"/>
                </a:lnTo>
                <a:close/>
                <a:moveTo>
                  <a:pt x="7139" y="8540"/>
                </a:moveTo>
                <a:lnTo>
                  <a:pt x="7232" y="9566"/>
                </a:lnTo>
                <a:lnTo>
                  <a:pt x="6766" y="9566"/>
                </a:lnTo>
                <a:lnTo>
                  <a:pt x="6812" y="9053"/>
                </a:lnTo>
                <a:lnTo>
                  <a:pt x="6812" y="8540"/>
                </a:lnTo>
                <a:close/>
                <a:moveTo>
                  <a:pt x="8259" y="8540"/>
                </a:moveTo>
                <a:lnTo>
                  <a:pt x="8259" y="9566"/>
                </a:lnTo>
                <a:lnTo>
                  <a:pt x="7652" y="9566"/>
                </a:lnTo>
                <a:lnTo>
                  <a:pt x="7559" y="8540"/>
                </a:lnTo>
                <a:close/>
                <a:moveTo>
                  <a:pt x="9332" y="8540"/>
                </a:moveTo>
                <a:lnTo>
                  <a:pt x="9239" y="9566"/>
                </a:lnTo>
                <a:lnTo>
                  <a:pt x="8632" y="9566"/>
                </a:lnTo>
                <a:lnTo>
                  <a:pt x="8632" y="8540"/>
                </a:lnTo>
                <a:close/>
                <a:moveTo>
                  <a:pt x="10359" y="8540"/>
                </a:moveTo>
                <a:lnTo>
                  <a:pt x="10172" y="9566"/>
                </a:lnTo>
                <a:lnTo>
                  <a:pt x="9612" y="9566"/>
                </a:lnTo>
                <a:lnTo>
                  <a:pt x="9752" y="8540"/>
                </a:lnTo>
                <a:close/>
                <a:moveTo>
                  <a:pt x="2846" y="8586"/>
                </a:moveTo>
                <a:lnTo>
                  <a:pt x="3126" y="8866"/>
                </a:lnTo>
                <a:lnTo>
                  <a:pt x="1167" y="10873"/>
                </a:lnTo>
                <a:lnTo>
                  <a:pt x="933" y="10593"/>
                </a:lnTo>
                <a:lnTo>
                  <a:pt x="747" y="10266"/>
                </a:lnTo>
                <a:lnTo>
                  <a:pt x="607" y="9940"/>
                </a:lnTo>
                <a:lnTo>
                  <a:pt x="513" y="9613"/>
                </a:lnTo>
                <a:lnTo>
                  <a:pt x="840" y="9566"/>
                </a:lnTo>
                <a:lnTo>
                  <a:pt x="1167" y="9520"/>
                </a:lnTo>
                <a:lnTo>
                  <a:pt x="1773" y="9286"/>
                </a:lnTo>
                <a:lnTo>
                  <a:pt x="2333" y="8960"/>
                </a:lnTo>
                <a:lnTo>
                  <a:pt x="2846" y="8586"/>
                </a:lnTo>
                <a:close/>
                <a:moveTo>
                  <a:pt x="6393" y="8540"/>
                </a:moveTo>
                <a:lnTo>
                  <a:pt x="6439" y="8820"/>
                </a:lnTo>
                <a:lnTo>
                  <a:pt x="6439" y="9146"/>
                </a:lnTo>
                <a:lnTo>
                  <a:pt x="6393" y="9473"/>
                </a:lnTo>
                <a:lnTo>
                  <a:pt x="6299" y="9753"/>
                </a:lnTo>
                <a:lnTo>
                  <a:pt x="6206" y="10080"/>
                </a:lnTo>
                <a:lnTo>
                  <a:pt x="6066" y="10360"/>
                </a:lnTo>
                <a:lnTo>
                  <a:pt x="5879" y="10593"/>
                </a:lnTo>
                <a:lnTo>
                  <a:pt x="5693" y="10873"/>
                </a:lnTo>
                <a:lnTo>
                  <a:pt x="4246" y="9426"/>
                </a:lnTo>
                <a:lnTo>
                  <a:pt x="4713" y="9100"/>
                </a:lnTo>
                <a:lnTo>
                  <a:pt x="5226" y="8820"/>
                </a:lnTo>
                <a:lnTo>
                  <a:pt x="5786" y="8633"/>
                </a:lnTo>
                <a:lnTo>
                  <a:pt x="6393" y="8540"/>
                </a:lnTo>
                <a:close/>
                <a:moveTo>
                  <a:pt x="3406" y="9146"/>
                </a:moveTo>
                <a:lnTo>
                  <a:pt x="3686" y="9426"/>
                </a:lnTo>
                <a:lnTo>
                  <a:pt x="3313" y="9940"/>
                </a:lnTo>
                <a:lnTo>
                  <a:pt x="2986" y="10500"/>
                </a:lnTo>
                <a:lnTo>
                  <a:pt x="2800" y="11106"/>
                </a:lnTo>
                <a:lnTo>
                  <a:pt x="2706" y="11433"/>
                </a:lnTo>
                <a:lnTo>
                  <a:pt x="2660" y="11806"/>
                </a:lnTo>
                <a:lnTo>
                  <a:pt x="2333" y="11666"/>
                </a:lnTo>
                <a:lnTo>
                  <a:pt x="2006" y="11526"/>
                </a:lnTo>
                <a:lnTo>
                  <a:pt x="1726" y="11339"/>
                </a:lnTo>
                <a:lnTo>
                  <a:pt x="1446" y="11153"/>
                </a:lnTo>
                <a:lnTo>
                  <a:pt x="3406" y="9146"/>
                </a:lnTo>
                <a:close/>
                <a:moveTo>
                  <a:pt x="3966" y="9706"/>
                </a:moveTo>
                <a:lnTo>
                  <a:pt x="5413" y="11153"/>
                </a:lnTo>
                <a:lnTo>
                  <a:pt x="5133" y="11339"/>
                </a:lnTo>
                <a:lnTo>
                  <a:pt x="4853" y="11526"/>
                </a:lnTo>
                <a:lnTo>
                  <a:pt x="4573" y="11666"/>
                </a:lnTo>
                <a:lnTo>
                  <a:pt x="4293" y="11759"/>
                </a:lnTo>
                <a:lnTo>
                  <a:pt x="4013" y="11806"/>
                </a:lnTo>
                <a:lnTo>
                  <a:pt x="3686" y="11853"/>
                </a:lnTo>
                <a:lnTo>
                  <a:pt x="3360" y="11899"/>
                </a:lnTo>
                <a:lnTo>
                  <a:pt x="3080" y="11853"/>
                </a:lnTo>
                <a:lnTo>
                  <a:pt x="3173" y="11246"/>
                </a:lnTo>
                <a:lnTo>
                  <a:pt x="3360" y="10686"/>
                </a:lnTo>
                <a:lnTo>
                  <a:pt x="3640" y="10173"/>
                </a:lnTo>
                <a:lnTo>
                  <a:pt x="3966" y="9706"/>
                </a:lnTo>
                <a:close/>
                <a:moveTo>
                  <a:pt x="3919" y="1"/>
                </a:moveTo>
                <a:lnTo>
                  <a:pt x="3733" y="48"/>
                </a:lnTo>
                <a:lnTo>
                  <a:pt x="3593" y="141"/>
                </a:lnTo>
                <a:lnTo>
                  <a:pt x="3453" y="281"/>
                </a:lnTo>
                <a:lnTo>
                  <a:pt x="3453" y="468"/>
                </a:lnTo>
                <a:lnTo>
                  <a:pt x="3453" y="5460"/>
                </a:lnTo>
                <a:lnTo>
                  <a:pt x="2986" y="5507"/>
                </a:lnTo>
                <a:lnTo>
                  <a:pt x="2520" y="5600"/>
                </a:lnTo>
                <a:lnTo>
                  <a:pt x="2100" y="5740"/>
                </a:lnTo>
                <a:lnTo>
                  <a:pt x="1680" y="5927"/>
                </a:lnTo>
                <a:lnTo>
                  <a:pt x="1306" y="6207"/>
                </a:lnTo>
                <a:lnTo>
                  <a:pt x="933" y="6533"/>
                </a:lnTo>
                <a:lnTo>
                  <a:pt x="653" y="6907"/>
                </a:lnTo>
                <a:lnTo>
                  <a:pt x="420" y="7280"/>
                </a:lnTo>
                <a:lnTo>
                  <a:pt x="373" y="7373"/>
                </a:lnTo>
                <a:lnTo>
                  <a:pt x="373" y="7420"/>
                </a:lnTo>
                <a:lnTo>
                  <a:pt x="420" y="7513"/>
                </a:lnTo>
                <a:lnTo>
                  <a:pt x="467" y="7560"/>
                </a:lnTo>
                <a:lnTo>
                  <a:pt x="653" y="7560"/>
                </a:lnTo>
                <a:lnTo>
                  <a:pt x="700" y="7513"/>
                </a:lnTo>
                <a:lnTo>
                  <a:pt x="747" y="7467"/>
                </a:lnTo>
                <a:lnTo>
                  <a:pt x="933" y="7187"/>
                </a:lnTo>
                <a:lnTo>
                  <a:pt x="1167" y="6907"/>
                </a:lnTo>
                <a:lnTo>
                  <a:pt x="2566" y="8307"/>
                </a:lnTo>
                <a:lnTo>
                  <a:pt x="2100" y="8680"/>
                </a:lnTo>
                <a:lnTo>
                  <a:pt x="1586" y="8960"/>
                </a:lnTo>
                <a:lnTo>
                  <a:pt x="1027" y="9146"/>
                </a:lnTo>
                <a:lnTo>
                  <a:pt x="420" y="9240"/>
                </a:lnTo>
                <a:lnTo>
                  <a:pt x="420" y="8820"/>
                </a:lnTo>
                <a:lnTo>
                  <a:pt x="420" y="8400"/>
                </a:lnTo>
                <a:lnTo>
                  <a:pt x="420" y="8307"/>
                </a:lnTo>
                <a:lnTo>
                  <a:pt x="420" y="8260"/>
                </a:lnTo>
                <a:lnTo>
                  <a:pt x="327" y="8213"/>
                </a:lnTo>
                <a:lnTo>
                  <a:pt x="280" y="8167"/>
                </a:lnTo>
                <a:lnTo>
                  <a:pt x="187" y="8167"/>
                </a:lnTo>
                <a:lnTo>
                  <a:pt x="140" y="8213"/>
                </a:lnTo>
                <a:lnTo>
                  <a:pt x="93" y="8260"/>
                </a:lnTo>
                <a:lnTo>
                  <a:pt x="47" y="8353"/>
                </a:lnTo>
                <a:lnTo>
                  <a:pt x="0" y="8913"/>
                </a:lnTo>
                <a:lnTo>
                  <a:pt x="47" y="9473"/>
                </a:lnTo>
                <a:lnTo>
                  <a:pt x="187" y="9986"/>
                </a:lnTo>
                <a:lnTo>
                  <a:pt x="420" y="10500"/>
                </a:lnTo>
                <a:lnTo>
                  <a:pt x="700" y="10920"/>
                </a:lnTo>
                <a:lnTo>
                  <a:pt x="1073" y="11293"/>
                </a:lnTo>
                <a:lnTo>
                  <a:pt x="1446" y="11619"/>
                </a:lnTo>
                <a:lnTo>
                  <a:pt x="1913" y="11899"/>
                </a:lnTo>
                <a:lnTo>
                  <a:pt x="2380" y="12086"/>
                </a:lnTo>
                <a:lnTo>
                  <a:pt x="2846" y="12226"/>
                </a:lnTo>
                <a:lnTo>
                  <a:pt x="3360" y="12273"/>
                </a:lnTo>
                <a:lnTo>
                  <a:pt x="3873" y="12273"/>
                </a:lnTo>
                <a:lnTo>
                  <a:pt x="4386" y="12133"/>
                </a:lnTo>
                <a:lnTo>
                  <a:pt x="4899" y="11946"/>
                </a:lnTo>
                <a:lnTo>
                  <a:pt x="5366" y="11666"/>
                </a:lnTo>
                <a:lnTo>
                  <a:pt x="5833" y="11293"/>
                </a:lnTo>
                <a:lnTo>
                  <a:pt x="6113" y="10966"/>
                </a:lnTo>
                <a:lnTo>
                  <a:pt x="6299" y="10640"/>
                </a:lnTo>
                <a:lnTo>
                  <a:pt x="6486" y="10313"/>
                </a:lnTo>
                <a:lnTo>
                  <a:pt x="6672" y="9940"/>
                </a:lnTo>
                <a:lnTo>
                  <a:pt x="10359" y="9940"/>
                </a:lnTo>
                <a:lnTo>
                  <a:pt x="10499" y="9893"/>
                </a:lnTo>
                <a:lnTo>
                  <a:pt x="10545" y="9800"/>
                </a:lnTo>
                <a:lnTo>
                  <a:pt x="11059" y="7093"/>
                </a:lnTo>
                <a:lnTo>
                  <a:pt x="12972" y="7093"/>
                </a:lnTo>
                <a:lnTo>
                  <a:pt x="13158" y="7047"/>
                </a:lnTo>
                <a:lnTo>
                  <a:pt x="13298" y="6953"/>
                </a:lnTo>
                <a:lnTo>
                  <a:pt x="13392" y="6813"/>
                </a:lnTo>
                <a:lnTo>
                  <a:pt x="13438" y="6627"/>
                </a:lnTo>
                <a:lnTo>
                  <a:pt x="13438" y="2474"/>
                </a:lnTo>
                <a:lnTo>
                  <a:pt x="13438" y="2427"/>
                </a:lnTo>
                <a:lnTo>
                  <a:pt x="13392" y="2334"/>
                </a:lnTo>
                <a:lnTo>
                  <a:pt x="13298" y="2287"/>
                </a:lnTo>
                <a:lnTo>
                  <a:pt x="13158" y="2287"/>
                </a:lnTo>
                <a:lnTo>
                  <a:pt x="13112" y="2334"/>
                </a:lnTo>
                <a:lnTo>
                  <a:pt x="13065" y="2427"/>
                </a:lnTo>
                <a:lnTo>
                  <a:pt x="13065" y="2474"/>
                </a:lnTo>
                <a:lnTo>
                  <a:pt x="13065" y="6627"/>
                </a:lnTo>
                <a:lnTo>
                  <a:pt x="13018" y="6673"/>
                </a:lnTo>
                <a:lnTo>
                  <a:pt x="12972" y="6720"/>
                </a:lnTo>
                <a:lnTo>
                  <a:pt x="11105" y="6720"/>
                </a:lnTo>
                <a:lnTo>
                  <a:pt x="11292" y="5694"/>
                </a:lnTo>
                <a:lnTo>
                  <a:pt x="11479" y="5694"/>
                </a:lnTo>
                <a:lnTo>
                  <a:pt x="11758" y="5647"/>
                </a:lnTo>
                <a:lnTo>
                  <a:pt x="11898" y="5507"/>
                </a:lnTo>
                <a:lnTo>
                  <a:pt x="12038" y="5367"/>
                </a:lnTo>
                <a:lnTo>
                  <a:pt x="12038" y="5134"/>
                </a:lnTo>
                <a:lnTo>
                  <a:pt x="12038" y="4947"/>
                </a:lnTo>
                <a:lnTo>
                  <a:pt x="11898" y="4760"/>
                </a:lnTo>
                <a:lnTo>
                  <a:pt x="11758" y="4667"/>
                </a:lnTo>
                <a:lnTo>
                  <a:pt x="11479" y="4574"/>
                </a:lnTo>
                <a:lnTo>
                  <a:pt x="11339" y="4574"/>
                </a:lnTo>
                <a:lnTo>
                  <a:pt x="11339" y="2334"/>
                </a:lnTo>
                <a:lnTo>
                  <a:pt x="11292" y="2241"/>
                </a:lnTo>
                <a:lnTo>
                  <a:pt x="11292" y="2194"/>
                </a:lnTo>
                <a:lnTo>
                  <a:pt x="11199" y="2147"/>
                </a:lnTo>
                <a:lnTo>
                  <a:pt x="11152" y="2101"/>
                </a:lnTo>
                <a:lnTo>
                  <a:pt x="5739" y="2101"/>
                </a:lnTo>
                <a:lnTo>
                  <a:pt x="5693" y="2147"/>
                </a:lnTo>
                <a:lnTo>
                  <a:pt x="5599" y="2194"/>
                </a:lnTo>
                <a:lnTo>
                  <a:pt x="5553" y="2241"/>
                </a:lnTo>
                <a:lnTo>
                  <a:pt x="5553" y="2334"/>
                </a:lnTo>
                <a:lnTo>
                  <a:pt x="5553" y="4574"/>
                </a:lnTo>
                <a:lnTo>
                  <a:pt x="5366" y="4574"/>
                </a:lnTo>
                <a:lnTo>
                  <a:pt x="5133" y="4667"/>
                </a:lnTo>
                <a:lnTo>
                  <a:pt x="4946" y="4760"/>
                </a:lnTo>
                <a:lnTo>
                  <a:pt x="4853" y="4947"/>
                </a:lnTo>
                <a:lnTo>
                  <a:pt x="4806" y="5134"/>
                </a:lnTo>
                <a:lnTo>
                  <a:pt x="4853" y="5367"/>
                </a:lnTo>
                <a:lnTo>
                  <a:pt x="4946" y="5507"/>
                </a:lnTo>
                <a:lnTo>
                  <a:pt x="5133" y="5647"/>
                </a:lnTo>
                <a:lnTo>
                  <a:pt x="5366" y="5694"/>
                </a:lnTo>
                <a:lnTo>
                  <a:pt x="5553" y="5694"/>
                </a:lnTo>
                <a:lnTo>
                  <a:pt x="5693" y="6347"/>
                </a:lnTo>
                <a:lnTo>
                  <a:pt x="5693" y="6347"/>
                </a:lnTo>
                <a:lnTo>
                  <a:pt x="5273" y="6020"/>
                </a:lnTo>
                <a:lnTo>
                  <a:pt x="4806" y="5787"/>
                </a:lnTo>
                <a:lnTo>
                  <a:pt x="4339" y="5600"/>
                </a:lnTo>
                <a:lnTo>
                  <a:pt x="3826" y="5507"/>
                </a:lnTo>
                <a:lnTo>
                  <a:pt x="3826" y="468"/>
                </a:lnTo>
                <a:lnTo>
                  <a:pt x="3873" y="421"/>
                </a:lnTo>
                <a:lnTo>
                  <a:pt x="13018" y="421"/>
                </a:lnTo>
                <a:lnTo>
                  <a:pt x="13065" y="468"/>
                </a:lnTo>
                <a:lnTo>
                  <a:pt x="13065" y="1447"/>
                </a:lnTo>
                <a:lnTo>
                  <a:pt x="13065" y="1541"/>
                </a:lnTo>
                <a:lnTo>
                  <a:pt x="13112" y="1587"/>
                </a:lnTo>
                <a:lnTo>
                  <a:pt x="13158" y="1634"/>
                </a:lnTo>
                <a:lnTo>
                  <a:pt x="13298" y="1634"/>
                </a:lnTo>
                <a:lnTo>
                  <a:pt x="13392" y="1587"/>
                </a:lnTo>
                <a:lnTo>
                  <a:pt x="13438" y="1541"/>
                </a:lnTo>
                <a:lnTo>
                  <a:pt x="13438" y="1447"/>
                </a:lnTo>
                <a:lnTo>
                  <a:pt x="13438" y="468"/>
                </a:lnTo>
                <a:lnTo>
                  <a:pt x="13392" y="281"/>
                </a:lnTo>
                <a:lnTo>
                  <a:pt x="13298" y="141"/>
                </a:lnTo>
                <a:lnTo>
                  <a:pt x="13158" y="48"/>
                </a:lnTo>
                <a:lnTo>
                  <a:pt x="129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31;p43">
            <a:extLst>
              <a:ext uri="{FF2B5EF4-FFF2-40B4-BE49-F238E27FC236}">
                <a16:creationId xmlns:a16="http://schemas.microsoft.com/office/drawing/2014/main" id="{B1451B0A-CDEB-4F1C-C668-2FDE63456977}"/>
              </a:ext>
            </a:extLst>
          </p:cNvPr>
          <p:cNvSpPr txBox="1"/>
          <p:nvPr/>
        </p:nvSpPr>
        <p:spPr>
          <a:xfrm>
            <a:off x="4640193" y="2246086"/>
            <a:ext cx="2366240" cy="365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US" sz="1800" dirty="0">
                <a:solidFill>
                  <a:schemeClr val="lt1"/>
                </a:solidFill>
                <a:latin typeface="Playfair Display Medium"/>
                <a:ea typeface="Playfair Display Medium"/>
                <a:cs typeface="Playfair Display Medium"/>
                <a:sym typeface="Playfair Display Medium"/>
              </a:rPr>
              <a:t>Stage 2</a:t>
            </a:r>
            <a:endParaRPr sz="1800" dirty="0">
              <a:solidFill>
                <a:schemeClr val="lt1"/>
              </a:solidFill>
              <a:latin typeface="Playfair Display Medium"/>
              <a:ea typeface="Playfair Display Medium"/>
              <a:cs typeface="Playfair Display Medium"/>
              <a:sym typeface="Playfair Display Medium"/>
            </a:endParaRPr>
          </a:p>
        </p:txBody>
      </p:sp>
      <p:sp>
        <p:nvSpPr>
          <p:cNvPr id="8" name="Google Shape;541;p43">
            <a:extLst>
              <a:ext uri="{FF2B5EF4-FFF2-40B4-BE49-F238E27FC236}">
                <a16:creationId xmlns:a16="http://schemas.microsoft.com/office/drawing/2014/main" id="{121D59CA-66BB-18FB-78CA-672D5D3347FF}"/>
              </a:ext>
            </a:extLst>
          </p:cNvPr>
          <p:cNvSpPr/>
          <p:nvPr/>
        </p:nvSpPr>
        <p:spPr>
          <a:xfrm flipH="1">
            <a:off x="5551136" y="1275877"/>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oogle Shape;545;p43">
            <a:extLst>
              <a:ext uri="{FF2B5EF4-FFF2-40B4-BE49-F238E27FC236}">
                <a16:creationId xmlns:a16="http://schemas.microsoft.com/office/drawing/2014/main" id="{DCBCF4B7-950F-A14B-5289-A455CFABCDE2}"/>
              </a:ext>
            </a:extLst>
          </p:cNvPr>
          <p:cNvGrpSpPr/>
          <p:nvPr/>
        </p:nvGrpSpPr>
        <p:grpSpPr>
          <a:xfrm>
            <a:off x="5762648" y="1487390"/>
            <a:ext cx="335975" cy="335975"/>
            <a:chOff x="6294675" y="3385325"/>
            <a:chExt cx="335975" cy="335975"/>
          </a:xfrm>
        </p:grpSpPr>
        <p:sp>
          <p:nvSpPr>
            <p:cNvPr id="10" name="Google Shape;546;p43">
              <a:extLst>
                <a:ext uri="{FF2B5EF4-FFF2-40B4-BE49-F238E27FC236}">
                  <a16:creationId xmlns:a16="http://schemas.microsoft.com/office/drawing/2014/main" id="{B76FEBC7-66C1-C29A-54A2-E6386F5627EB}"/>
                </a:ext>
              </a:extLst>
            </p:cNvPr>
            <p:cNvSpPr/>
            <p:nvPr/>
          </p:nvSpPr>
          <p:spPr>
            <a:xfrm>
              <a:off x="6364650" y="3455325"/>
              <a:ext cx="85200" cy="86325"/>
            </a:xfrm>
            <a:custGeom>
              <a:avLst/>
              <a:gdLst/>
              <a:ahLst/>
              <a:cxnLst/>
              <a:rect l="l" t="t" r="r" b="b"/>
              <a:pathLst>
                <a:path w="3408" h="3453" extrusionOk="0">
                  <a:moveTo>
                    <a:pt x="2427" y="0"/>
                  </a:moveTo>
                  <a:lnTo>
                    <a:pt x="2287" y="93"/>
                  </a:lnTo>
                  <a:lnTo>
                    <a:pt x="2241" y="187"/>
                  </a:lnTo>
                  <a:lnTo>
                    <a:pt x="2241" y="280"/>
                  </a:lnTo>
                  <a:lnTo>
                    <a:pt x="2287" y="373"/>
                  </a:lnTo>
                  <a:lnTo>
                    <a:pt x="2521" y="607"/>
                  </a:lnTo>
                  <a:lnTo>
                    <a:pt x="2241" y="887"/>
                  </a:lnTo>
                  <a:lnTo>
                    <a:pt x="2007" y="653"/>
                  </a:lnTo>
                  <a:lnTo>
                    <a:pt x="1914" y="607"/>
                  </a:lnTo>
                  <a:lnTo>
                    <a:pt x="1867" y="560"/>
                  </a:lnTo>
                  <a:lnTo>
                    <a:pt x="1727" y="653"/>
                  </a:lnTo>
                  <a:lnTo>
                    <a:pt x="1681" y="747"/>
                  </a:lnTo>
                  <a:lnTo>
                    <a:pt x="1681" y="840"/>
                  </a:lnTo>
                  <a:lnTo>
                    <a:pt x="1727" y="933"/>
                  </a:lnTo>
                  <a:lnTo>
                    <a:pt x="1961" y="1167"/>
                  </a:lnTo>
                  <a:lnTo>
                    <a:pt x="1681" y="1447"/>
                  </a:lnTo>
                  <a:lnTo>
                    <a:pt x="1447" y="1213"/>
                  </a:lnTo>
                  <a:lnTo>
                    <a:pt x="1354" y="1167"/>
                  </a:lnTo>
                  <a:lnTo>
                    <a:pt x="1307" y="1120"/>
                  </a:lnTo>
                  <a:lnTo>
                    <a:pt x="1167" y="1213"/>
                  </a:lnTo>
                  <a:lnTo>
                    <a:pt x="1121" y="1307"/>
                  </a:lnTo>
                  <a:lnTo>
                    <a:pt x="1121" y="1400"/>
                  </a:lnTo>
                  <a:lnTo>
                    <a:pt x="1167" y="1447"/>
                  </a:lnTo>
                  <a:lnTo>
                    <a:pt x="1401" y="1726"/>
                  </a:lnTo>
                  <a:lnTo>
                    <a:pt x="1121" y="2006"/>
                  </a:lnTo>
                  <a:lnTo>
                    <a:pt x="887" y="1726"/>
                  </a:lnTo>
                  <a:lnTo>
                    <a:pt x="794" y="1680"/>
                  </a:lnTo>
                  <a:lnTo>
                    <a:pt x="747" y="1680"/>
                  </a:lnTo>
                  <a:lnTo>
                    <a:pt x="607" y="1773"/>
                  </a:lnTo>
                  <a:lnTo>
                    <a:pt x="561" y="1866"/>
                  </a:lnTo>
                  <a:lnTo>
                    <a:pt x="561" y="1960"/>
                  </a:lnTo>
                  <a:lnTo>
                    <a:pt x="607" y="2006"/>
                  </a:lnTo>
                  <a:lnTo>
                    <a:pt x="841" y="2286"/>
                  </a:lnTo>
                  <a:lnTo>
                    <a:pt x="561" y="2566"/>
                  </a:lnTo>
                  <a:lnTo>
                    <a:pt x="328" y="2286"/>
                  </a:lnTo>
                  <a:lnTo>
                    <a:pt x="234" y="2240"/>
                  </a:lnTo>
                  <a:lnTo>
                    <a:pt x="188" y="2240"/>
                  </a:lnTo>
                  <a:lnTo>
                    <a:pt x="48" y="2333"/>
                  </a:lnTo>
                  <a:lnTo>
                    <a:pt x="1" y="2426"/>
                  </a:lnTo>
                  <a:lnTo>
                    <a:pt x="1" y="2520"/>
                  </a:lnTo>
                  <a:lnTo>
                    <a:pt x="48" y="2566"/>
                  </a:lnTo>
                  <a:lnTo>
                    <a:pt x="281" y="2846"/>
                  </a:lnTo>
                  <a:lnTo>
                    <a:pt x="94" y="3033"/>
                  </a:lnTo>
                  <a:lnTo>
                    <a:pt x="48" y="3126"/>
                  </a:lnTo>
                  <a:lnTo>
                    <a:pt x="48" y="3173"/>
                  </a:lnTo>
                  <a:lnTo>
                    <a:pt x="94" y="3313"/>
                  </a:lnTo>
                  <a:lnTo>
                    <a:pt x="234" y="3360"/>
                  </a:lnTo>
                  <a:lnTo>
                    <a:pt x="328" y="3360"/>
                  </a:lnTo>
                  <a:lnTo>
                    <a:pt x="374" y="3313"/>
                  </a:lnTo>
                  <a:lnTo>
                    <a:pt x="561" y="3126"/>
                  </a:lnTo>
                  <a:lnTo>
                    <a:pt x="841" y="3360"/>
                  </a:lnTo>
                  <a:lnTo>
                    <a:pt x="887" y="3406"/>
                  </a:lnTo>
                  <a:lnTo>
                    <a:pt x="981" y="3453"/>
                  </a:lnTo>
                  <a:lnTo>
                    <a:pt x="1121" y="3360"/>
                  </a:lnTo>
                  <a:lnTo>
                    <a:pt x="1167" y="3266"/>
                  </a:lnTo>
                  <a:lnTo>
                    <a:pt x="1167" y="3173"/>
                  </a:lnTo>
                  <a:lnTo>
                    <a:pt x="1121" y="3126"/>
                  </a:lnTo>
                  <a:lnTo>
                    <a:pt x="841" y="2846"/>
                  </a:lnTo>
                  <a:lnTo>
                    <a:pt x="1121" y="2566"/>
                  </a:lnTo>
                  <a:lnTo>
                    <a:pt x="1401" y="2846"/>
                  </a:lnTo>
                  <a:lnTo>
                    <a:pt x="1447" y="2893"/>
                  </a:lnTo>
                  <a:lnTo>
                    <a:pt x="1541" y="2893"/>
                  </a:lnTo>
                  <a:lnTo>
                    <a:pt x="1681" y="2800"/>
                  </a:lnTo>
                  <a:lnTo>
                    <a:pt x="1727" y="2706"/>
                  </a:lnTo>
                  <a:lnTo>
                    <a:pt x="1727" y="2613"/>
                  </a:lnTo>
                  <a:lnTo>
                    <a:pt x="1681" y="2566"/>
                  </a:lnTo>
                  <a:lnTo>
                    <a:pt x="1401" y="2286"/>
                  </a:lnTo>
                  <a:lnTo>
                    <a:pt x="1681" y="2006"/>
                  </a:lnTo>
                  <a:lnTo>
                    <a:pt x="1961" y="2286"/>
                  </a:lnTo>
                  <a:lnTo>
                    <a:pt x="2007" y="2333"/>
                  </a:lnTo>
                  <a:lnTo>
                    <a:pt x="2101" y="2333"/>
                  </a:lnTo>
                  <a:lnTo>
                    <a:pt x="2241" y="2240"/>
                  </a:lnTo>
                  <a:lnTo>
                    <a:pt x="2287" y="2146"/>
                  </a:lnTo>
                  <a:lnTo>
                    <a:pt x="2287" y="2053"/>
                  </a:lnTo>
                  <a:lnTo>
                    <a:pt x="2241" y="2006"/>
                  </a:lnTo>
                  <a:lnTo>
                    <a:pt x="1961" y="1726"/>
                  </a:lnTo>
                  <a:lnTo>
                    <a:pt x="2241" y="1447"/>
                  </a:lnTo>
                  <a:lnTo>
                    <a:pt x="2521" y="1726"/>
                  </a:lnTo>
                  <a:lnTo>
                    <a:pt x="2567" y="1773"/>
                  </a:lnTo>
                  <a:lnTo>
                    <a:pt x="2661" y="1773"/>
                  </a:lnTo>
                  <a:lnTo>
                    <a:pt x="2801" y="1726"/>
                  </a:lnTo>
                  <a:lnTo>
                    <a:pt x="2847" y="1587"/>
                  </a:lnTo>
                  <a:lnTo>
                    <a:pt x="2847" y="1493"/>
                  </a:lnTo>
                  <a:lnTo>
                    <a:pt x="2801" y="1447"/>
                  </a:lnTo>
                  <a:lnTo>
                    <a:pt x="2521" y="1167"/>
                  </a:lnTo>
                  <a:lnTo>
                    <a:pt x="2801" y="887"/>
                  </a:lnTo>
                  <a:lnTo>
                    <a:pt x="3081" y="1167"/>
                  </a:lnTo>
                  <a:lnTo>
                    <a:pt x="3127" y="1213"/>
                  </a:lnTo>
                  <a:lnTo>
                    <a:pt x="3220" y="1213"/>
                  </a:lnTo>
                  <a:lnTo>
                    <a:pt x="3360" y="1167"/>
                  </a:lnTo>
                  <a:lnTo>
                    <a:pt x="3407" y="1027"/>
                  </a:lnTo>
                  <a:lnTo>
                    <a:pt x="3407" y="933"/>
                  </a:lnTo>
                  <a:lnTo>
                    <a:pt x="3360" y="887"/>
                  </a:lnTo>
                  <a:lnTo>
                    <a:pt x="3081" y="607"/>
                  </a:lnTo>
                  <a:lnTo>
                    <a:pt x="3267" y="420"/>
                  </a:lnTo>
                  <a:lnTo>
                    <a:pt x="3314" y="327"/>
                  </a:lnTo>
                  <a:lnTo>
                    <a:pt x="3360" y="280"/>
                  </a:lnTo>
                  <a:lnTo>
                    <a:pt x="3267" y="140"/>
                  </a:lnTo>
                  <a:lnTo>
                    <a:pt x="3174" y="93"/>
                  </a:lnTo>
                  <a:lnTo>
                    <a:pt x="3081" y="93"/>
                  </a:lnTo>
                  <a:lnTo>
                    <a:pt x="2987" y="140"/>
                  </a:lnTo>
                  <a:lnTo>
                    <a:pt x="2801" y="327"/>
                  </a:lnTo>
                  <a:lnTo>
                    <a:pt x="2567" y="93"/>
                  </a:lnTo>
                  <a:lnTo>
                    <a:pt x="2474" y="47"/>
                  </a:lnTo>
                  <a:lnTo>
                    <a:pt x="24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47;p43">
              <a:extLst>
                <a:ext uri="{FF2B5EF4-FFF2-40B4-BE49-F238E27FC236}">
                  <a16:creationId xmlns:a16="http://schemas.microsoft.com/office/drawing/2014/main" id="{584C680B-28B7-2D9F-A5D1-14DA821C2718}"/>
                </a:ext>
              </a:extLst>
            </p:cNvPr>
            <p:cNvSpPr/>
            <p:nvPr/>
          </p:nvSpPr>
          <p:spPr>
            <a:xfrm>
              <a:off x="6470825" y="3660625"/>
              <a:ext cx="37350" cy="37350"/>
            </a:xfrm>
            <a:custGeom>
              <a:avLst/>
              <a:gdLst/>
              <a:ahLst/>
              <a:cxnLst/>
              <a:rect l="l" t="t" r="r" b="b"/>
              <a:pathLst>
                <a:path w="1494" h="1494" extrusionOk="0">
                  <a:moveTo>
                    <a:pt x="887" y="420"/>
                  </a:moveTo>
                  <a:lnTo>
                    <a:pt x="980" y="514"/>
                  </a:lnTo>
                  <a:lnTo>
                    <a:pt x="1073" y="607"/>
                  </a:lnTo>
                  <a:lnTo>
                    <a:pt x="1073" y="747"/>
                  </a:lnTo>
                  <a:lnTo>
                    <a:pt x="1073" y="887"/>
                  </a:lnTo>
                  <a:lnTo>
                    <a:pt x="980" y="980"/>
                  </a:lnTo>
                  <a:lnTo>
                    <a:pt x="887" y="1073"/>
                  </a:lnTo>
                  <a:lnTo>
                    <a:pt x="607" y="1073"/>
                  </a:lnTo>
                  <a:lnTo>
                    <a:pt x="513" y="980"/>
                  </a:lnTo>
                  <a:lnTo>
                    <a:pt x="420" y="887"/>
                  </a:lnTo>
                  <a:lnTo>
                    <a:pt x="420" y="747"/>
                  </a:lnTo>
                  <a:lnTo>
                    <a:pt x="420" y="607"/>
                  </a:lnTo>
                  <a:lnTo>
                    <a:pt x="513" y="514"/>
                  </a:lnTo>
                  <a:lnTo>
                    <a:pt x="607" y="420"/>
                  </a:lnTo>
                  <a:close/>
                  <a:moveTo>
                    <a:pt x="747" y="0"/>
                  </a:moveTo>
                  <a:lnTo>
                    <a:pt x="607" y="47"/>
                  </a:lnTo>
                  <a:lnTo>
                    <a:pt x="467" y="94"/>
                  </a:lnTo>
                  <a:lnTo>
                    <a:pt x="233" y="234"/>
                  </a:lnTo>
                  <a:lnTo>
                    <a:pt x="93" y="467"/>
                  </a:lnTo>
                  <a:lnTo>
                    <a:pt x="47" y="607"/>
                  </a:lnTo>
                  <a:lnTo>
                    <a:pt x="0" y="747"/>
                  </a:lnTo>
                  <a:lnTo>
                    <a:pt x="47" y="934"/>
                  </a:lnTo>
                  <a:lnTo>
                    <a:pt x="93" y="1073"/>
                  </a:lnTo>
                  <a:lnTo>
                    <a:pt x="140" y="1213"/>
                  </a:lnTo>
                  <a:lnTo>
                    <a:pt x="233" y="1307"/>
                  </a:lnTo>
                  <a:lnTo>
                    <a:pt x="467" y="1447"/>
                  </a:lnTo>
                  <a:lnTo>
                    <a:pt x="747" y="1493"/>
                  </a:lnTo>
                  <a:lnTo>
                    <a:pt x="1027" y="1447"/>
                  </a:lnTo>
                  <a:lnTo>
                    <a:pt x="1260" y="1307"/>
                  </a:lnTo>
                  <a:lnTo>
                    <a:pt x="1353" y="1213"/>
                  </a:lnTo>
                  <a:lnTo>
                    <a:pt x="1400" y="1073"/>
                  </a:lnTo>
                  <a:lnTo>
                    <a:pt x="1446" y="934"/>
                  </a:lnTo>
                  <a:lnTo>
                    <a:pt x="1493" y="747"/>
                  </a:lnTo>
                  <a:lnTo>
                    <a:pt x="1493" y="607"/>
                  </a:lnTo>
                  <a:lnTo>
                    <a:pt x="1446" y="467"/>
                  </a:lnTo>
                  <a:lnTo>
                    <a:pt x="1260" y="234"/>
                  </a:lnTo>
                  <a:lnTo>
                    <a:pt x="1027" y="94"/>
                  </a:lnTo>
                  <a:lnTo>
                    <a:pt x="887" y="47"/>
                  </a:lnTo>
                  <a:lnTo>
                    <a:pt x="7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48;p43">
              <a:extLst>
                <a:ext uri="{FF2B5EF4-FFF2-40B4-BE49-F238E27FC236}">
                  <a16:creationId xmlns:a16="http://schemas.microsoft.com/office/drawing/2014/main" id="{39909D09-DEA2-655F-3351-436B9DF76A92}"/>
                </a:ext>
              </a:extLst>
            </p:cNvPr>
            <p:cNvSpPr/>
            <p:nvPr/>
          </p:nvSpPr>
          <p:spPr>
            <a:xfrm>
              <a:off x="6441650" y="3552125"/>
              <a:ext cx="74675" cy="74700"/>
            </a:xfrm>
            <a:custGeom>
              <a:avLst/>
              <a:gdLst/>
              <a:ahLst/>
              <a:cxnLst/>
              <a:rect l="l" t="t" r="r" b="b"/>
              <a:pathLst>
                <a:path w="2987" h="2988" extrusionOk="0">
                  <a:moveTo>
                    <a:pt x="2520" y="1"/>
                  </a:moveTo>
                  <a:lnTo>
                    <a:pt x="2240" y="48"/>
                  </a:lnTo>
                  <a:lnTo>
                    <a:pt x="1727" y="234"/>
                  </a:lnTo>
                  <a:lnTo>
                    <a:pt x="1214" y="467"/>
                  </a:lnTo>
                  <a:lnTo>
                    <a:pt x="794" y="794"/>
                  </a:lnTo>
                  <a:lnTo>
                    <a:pt x="467" y="1214"/>
                  </a:lnTo>
                  <a:lnTo>
                    <a:pt x="187" y="1727"/>
                  </a:lnTo>
                  <a:lnTo>
                    <a:pt x="47" y="2241"/>
                  </a:lnTo>
                  <a:lnTo>
                    <a:pt x="1" y="2521"/>
                  </a:lnTo>
                  <a:lnTo>
                    <a:pt x="1" y="2801"/>
                  </a:lnTo>
                  <a:lnTo>
                    <a:pt x="1" y="2894"/>
                  </a:lnTo>
                  <a:lnTo>
                    <a:pt x="47" y="2940"/>
                  </a:lnTo>
                  <a:lnTo>
                    <a:pt x="94" y="2987"/>
                  </a:lnTo>
                  <a:lnTo>
                    <a:pt x="234" y="2987"/>
                  </a:lnTo>
                  <a:lnTo>
                    <a:pt x="327" y="2940"/>
                  </a:lnTo>
                  <a:lnTo>
                    <a:pt x="374" y="2894"/>
                  </a:lnTo>
                  <a:lnTo>
                    <a:pt x="374" y="2801"/>
                  </a:lnTo>
                  <a:lnTo>
                    <a:pt x="420" y="2334"/>
                  </a:lnTo>
                  <a:lnTo>
                    <a:pt x="560" y="1867"/>
                  </a:lnTo>
                  <a:lnTo>
                    <a:pt x="794" y="1447"/>
                  </a:lnTo>
                  <a:lnTo>
                    <a:pt x="1074" y="1074"/>
                  </a:lnTo>
                  <a:lnTo>
                    <a:pt x="1447" y="794"/>
                  </a:lnTo>
                  <a:lnTo>
                    <a:pt x="1867" y="561"/>
                  </a:lnTo>
                  <a:lnTo>
                    <a:pt x="2334" y="421"/>
                  </a:lnTo>
                  <a:lnTo>
                    <a:pt x="2800" y="374"/>
                  </a:lnTo>
                  <a:lnTo>
                    <a:pt x="2893" y="374"/>
                  </a:lnTo>
                  <a:lnTo>
                    <a:pt x="2940" y="327"/>
                  </a:lnTo>
                  <a:lnTo>
                    <a:pt x="2987" y="281"/>
                  </a:lnTo>
                  <a:lnTo>
                    <a:pt x="2987" y="188"/>
                  </a:lnTo>
                  <a:lnTo>
                    <a:pt x="2987" y="94"/>
                  </a:lnTo>
                  <a:lnTo>
                    <a:pt x="2940" y="48"/>
                  </a:lnTo>
                  <a:lnTo>
                    <a:pt x="289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49;p43">
              <a:extLst>
                <a:ext uri="{FF2B5EF4-FFF2-40B4-BE49-F238E27FC236}">
                  <a16:creationId xmlns:a16="http://schemas.microsoft.com/office/drawing/2014/main" id="{26034C73-729C-6DAB-7545-8467A80EDBCA}"/>
                </a:ext>
              </a:extLst>
            </p:cNvPr>
            <p:cNvSpPr/>
            <p:nvPr/>
          </p:nvSpPr>
          <p:spPr>
            <a:xfrm>
              <a:off x="6294675" y="3385325"/>
              <a:ext cx="335975" cy="335975"/>
            </a:xfrm>
            <a:custGeom>
              <a:avLst/>
              <a:gdLst/>
              <a:ahLst/>
              <a:cxnLst/>
              <a:rect l="l" t="t" r="r" b="b"/>
              <a:pathLst>
                <a:path w="13439" h="13439" extrusionOk="0">
                  <a:moveTo>
                    <a:pt x="7233" y="374"/>
                  </a:moveTo>
                  <a:lnTo>
                    <a:pt x="7653" y="467"/>
                  </a:lnTo>
                  <a:lnTo>
                    <a:pt x="8026" y="560"/>
                  </a:lnTo>
                  <a:lnTo>
                    <a:pt x="8306" y="747"/>
                  </a:lnTo>
                  <a:lnTo>
                    <a:pt x="8446" y="980"/>
                  </a:lnTo>
                  <a:lnTo>
                    <a:pt x="8586" y="1354"/>
                  </a:lnTo>
                  <a:lnTo>
                    <a:pt x="8632" y="1820"/>
                  </a:lnTo>
                  <a:lnTo>
                    <a:pt x="8632" y="2333"/>
                  </a:lnTo>
                  <a:lnTo>
                    <a:pt x="6673" y="374"/>
                  </a:lnTo>
                  <a:close/>
                  <a:moveTo>
                    <a:pt x="6159" y="420"/>
                  </a:moveTo>
                  <a:lnTo>
                    <a:pt x="8586" y="2847"/>
                  </a:lnTo>
                  <a:lnTo>
                    <a:pt x="8492" y="3267"/>
                  </a:lnTo>
                  <a:lnTo>
                    <a:pt x="8399" y="3733"/>
                  </a:lnTo>
                  <a:lnTo>
                    <a:pt x="5320" y="607"/>
                  </a:lnTo>
                  <a:lnTo>
                    <a:pt x="5740" y="514"/>
                  </a:lnTo>
                  <a:lnTo>
                    <a:pt x="6159" y="420"/>
                  </a:lnTo>
                  <a:close/>
                  <a:moveTo>
                    <a:pt x="607" y="5320"/>
                  </a:moveTo>
                  <a:lnTo>
                    <a:pt x="3686" y="8399"/>
                  </a:lnTo>
                  <a:lnTo>
                    <a:pt x="3267" y="8493"/>
                  </a:lnTo>
                  <a:lnTo>
                    <a:pt x="2800" y="8586"/>
                  </a:lnTo>
                  <a:lnTo>
                    <a:pt x="420" y="6206"/>
                  </a:lnTo>
                  <a:lnTo>
                    <a:pt x="514" y="5786"/>
                  </a:lnTo>
                  <a:lnTo>
                    <a:pt x="607" y="5320"/>
                  </a:lnTo>
                  <a:close/>
                  <a:moveTo>
                    <a:pt x="374" y="6720"/>
                  </a:moveTo>
                  <a:lnTo>
                    <a:pt x="2287" y="8633"/>
                  </a:lnTo>
                  <a:lnTo>
                    <a:pt x="1633" y="8633"/>
                  </a:lnTo>
                  <a:lnTo>
                    <a:pt x="1213" y="8539"/>
                  </a:lnTo>
                  <a:lnTo>
                    <a:pt x="933" y="8446"/>
                  </a:lnTo>
                  <a:lnTo>
                    <a:pt x="700" y="8306"/>
                  </a:lnTo>
                  <a:lnTo>
                    <a:pt x="560" y="8073"/>
                  </a:lnTo>
                  <a:lnTo>
                    <a:pt x="420" y="7699"/>
                  </a:lnTo>
                  <a:lnTo>
                    <a:pt x="374" y="7233"/>
                  </a:lnTo>
                  <a:lnTo>
                    <a:pt x="374" y="6720"/>
                  </a:lnTo>
                  <a:close/>
                  <a:moveTo>
                    <a:pt x="10126" y="9333"/>
                  </a:moveTo>
                  <a:lnTo>
                    <a:pt x="10126" y="11059"/>
                  </a:lnTo>
                  <a:lnTo>
                    <a:pt x="9332" y="11059"/>
                  </a:lnTo>
                  <a:lnTo>
                    <a:pt x="9286" y="11012"/>
                  </a:lnTo>
                  <a:lnTo>
                    <a:pt x="9286" y="10966"/>
                  </a:lnTo>
                  <a:lnTo>
                    <a:pt x="9612" y="9939"/>
                  </a:lnTo>
                  <a:lnTo>
                    <a:pt x="9706" y="9752"/>
                  </a:lnTo>
                  <a:lnTo>
                    <a:pt x="9846" y="9612"/>
                  </a:lnTo>
                  <a:lnTo>
                    <a:pt x="9939" y="9426"/>
                  </a:lnTo>
                  <a:lnTo>
                    <a:pt x="10126" y="9333"/>
                  </a:lnTo>
                  <a:close/>
                  <a:moveTo>
                    <a:pt x="10126" y="11432"/>
                  </a:moveTo>
                  <a:lnTo>
                    <a:pt x="10126" y="12039"/>
                  </a:lnTo>
                  <a:lnTo>
                    <a:pt x="9286" y="12039"/>
                  </a:lnTo>
                  <a:lnTo>
                    <a:pt x="9286" y="11759"/>
                  </a:lnTo>
                  <a:lnTo>
                    <a:pt x="9286" y="11432"/>
                  </a:lnTo>
                  <a:close/>
                  <a:moveTo>
                    <a:pt x="12692" y="11432"/>
                  </a:moveTo>
                  <a:lnTo>
                    <a:pt x="12832" y="11479"/>
                  </a:lnTo>
                  <a:lnTo>
                    <a:pt x="12925" y="11526"/>
                  </a:lnTo>
                  <a:lnTo>
                    <a:pt x="13019" y="11619"/>
                  </a:lnTo>
                  <a:lnTo>
                    <a:pt x="13019" y="11759"/>
                  </a:lnTo>
                  <a:lnTo>
                    <a:pt x="13019" y="12039"/>
                  </a:lnTo>
                  <a:lnTo>
                    <a:pt x="10499" y="12039"/>
                  </a:lnTo>
                  <a:lnTo>
                    <a:pt x="10499" y="11432"/>
                  </a:lnTo>
                  <a:close/>
                  <a:moveTo>
                    <a:pt x="8632" y="6020"/>
                  </a:moveTo>
                  <a:lnTo>
                    <a:pt x="9239" y="6066"/>
                  </a:lnTo>
                  <a:lnTo>
                    <a:pt x="9799" y="6206"/>
                  </a:lnTo>
                  <a:lnTo>
                    <a:pt x="10312" y="6486"/>
                  </a:lnTo>
                  <a:lnTo>
                    <a:pt x="10779" y="6813"/>
                  </a:lnTo>
                  <a:lnTo>
                    <a:pt x="11199" y="7186"/>
                  </a:lnTo>
                  <a:lnTo>
                    <a:pt x="11525" y="7653"/>
                  </a:lnTo>
                  <a:lnTo>
                    <a:pt x="11759" y="8166"/>
                  </a:lnTo>
                  <a:lnTo>
                    <a:pt x="11945" y="8726"/>
                  </a:lnTo>
                  <a:lnTo>
                    <a:pt x="10546" y="8726"/>
                  </a:lnTo>
                  <a:lnTo>
                    <a:pt x="10312" y="8819"/>
                  </a:lnTo>
                  <a:lnTo>
                    <a:pt x="10079" y="8913"/>
                  </a:lnTo>
                  <a:lnTo>
                    <a:pt x="9846" y="9006"/>
                  </a:lnTo>
                  <a:lnTo>
                    <a:pt x="9659" y="9193"/>
                  </a:lnTo>
                  <a:lnTo>
                    <a:pt x="9472" y="9379"/>
                  </a:lnTo>
                  <a:lnTo>
                    <a:pt x="9379" y="9612"/>
                  </a:lnTo>
                  <a:lnTo>
                    <a:pt x="9239" y="9846"/>
                  </a:lnTo>
                  <a:lnTo>
                    <a:pt x="8912" y="10872"/>
                  </a:lnTo>
                  <a:lnTo>
                    <a:pt x="8912" y="11339"/>
                  </a:lnTo>
                  <a:lnTo>
                    <a:pt x="8912" y="11806"/>
                  </a:lnTo>
                  <a:lnTo>
                    <a:pt x="8866" y="12039"/>
                  </a:lnTo>
                  <a:lnTo>
                    <a:pt x="8819" y="12225"/>
                  </a:lnTo>
                  <a:lnTo>
                    <a:pt x="8726" y="12412"/>
                  </a:lnTo>
                  <a:lnTo>
                    <a:pt x="8586" y="12599"/>
                  </a:lnTo>
                  <a:lnTo>
                    <a:pt x="8399" y="12739"/>
                  </a:lnTo>
                  <a:lnTo>
                    <a:pt x="8213" y="12832"/>
                  </a:lnTo>
                  <a:lnTo>
                    <a:pt x="8026" y="12879"/>
                  </a:lnTo>
                  <a:lnTo>
                    <a:pt x="7793" y="12925"/>
                  </a:lnTo>
                  <a:lnTo>
                    <a:pt x="7559" y="12879"/>
                  </a:lnTo>
                  <a:lnTo>
                    <a:pt x="7373" y="12832"/>
                  </a:lnTo>
                  <a:lnTo>
                    <a:pt x="7186" y="12739"/>
                  </a:lnTo>
                  <a:lnTo>
                    <a:pt x="6999" y="12552"/>
                  </a:lnTo>
                  <a:lnTo>
                    <a:pt x="6813" y="12365"/>
                  </a:lnTo>
                  <a:lnTo>
                    <a:pt x="6253" y="11712"/>
                  </a:lnTo>
                  <a:lnTo>
                    <a:pt x="5973" y="11386"/>
                  </a:lnTo>
                  <a:lnTo>
                    <a:pt x="5740" y="11012"/>
                  </a:lnTo>
                  <a:lnTo>
                    <a:pt x="5553" y="10639"/>
                  </a:lnTo>
                  <a:lnTo>
                    <a:pt x="5413" y="10266"/>
                  </a:lnTo>
                  <a:lnTo>
                    <a:pt x="5320" y="9846"/>
                  </a:lnTo>
                  <a:lnTo>
                    <a:pt x="5273" y="9426"/>
                  </a:lnTo>
                  <a:lnTo>
                    <a:pt x="5320" y="9099"/>
                  </a:lnTo>
                  <a:lnTo>
                    <a:pt x="5366" y="8773"/>
                  </a:lnTo>
                  <a:lnTo>
                    <a:pt x="5413" y="8446"/>
                  </a:lnTo>
                  <a:lnTo>
                    <a:pt x="5553" y="8119"/>
                  </a:lnTo>
                  <a:lnTo>
                    <a:pt x="5693" y="7839"/>
                  </a:lnTo>
                  <a:lnTo>
                    <a:pt x="5880" y="7559"/>
                  </a:lnTo>
                  <a:lnTo>
                    <a:pt x="6066" y="7279"/>
                  </a:lnTo>
                  <a:lnTo>
                    <a:pt x="6299" y="7046"/>
                  </a:lnTo>
                  <a:lnTo>
                    <a:pt x="6533" y="6813"/>
                  </a:lnTo>
                  <a:lnTo>
                    <a:pt x="6813" y="6626"/>
                  </a:lnTo>
                  <a:lnTo>
                    <a:pt x="7093" y="6440"/>
                  </a:lnTo>
                  <a:lnTo>
                    <a:pt x="7373" y="6300"/>
                  </a:lnTo>
                  <a:lnTo>
                    <a:pt x="7699" y="6160"/>
                  </a:lnTo>
                  <a:lnTo>
                    <a:pt x="7979" y="6066"/>
                  </a:lnTo>
                  <a:lnTo>
                    <a:pt x="8306" y="6020"/>
                  </a:lnTo>
                  <a:close/>
                  <a:moveTo>
                    <a:pt x="13019" y="12459"/>
                  </a:moveTo>
                  <a:lnTo>
                    <a:pt x="13019" y="12692"/>
                  </a:lnTo>
                  <a:lnTo>
                    <a:pt x="13019" y="12832"/>
                  </a:lnTo>
                  <a:lnTo>
                    <a:pt x="12925" y="12925"/>
                  </a:lnTo>
                  <a:lnTo>
                    <a:pt x="12832" y="13019"/>
                  </a:lnTo>
                  <a:lnTo>
                    <a:pt x="10732" y="13019"/>
                  </a:lnTo>
                  <a:lnTo>
                    <a:pt x="10592" y="12925"/>
                  </a:lnTo>
                  <a:lnTo>
                    <a:pt x="10546" y="12832"/>
                  </a:lnTo>
                  <a:lnTo>
                    <a:pt x="10499" y="12692"/>
                  </a:lnTo>
                  <a:lnTo>
                    <a:pt x="10499" y="12459"/>
                  </a:lnTo>
                  <a:close/>
                  <a:moveTo>
                    <a:pt x="6393" y="0"/>
                  </a:moveTo>
                  <a:lnTo>
                    <a:pt x="5880" y="94"/>
                  </a:lnTo>
                  <a:lnTo>
                    <a:pt x="5366" y="187"/>
                  </a:lnTo>
                  <a:lnTo>
                    <a:pt x="4853" y="327"/>
                  </a:lnTo>
                  <a:lnTo>
                    <a:pt x="4433" y="514"/>
                  </a:lnTo>
                  <a:lnTo>
                    <a:pt x="3966" y="700"/>
                  </a:lnTo>
                  <a:lnTo>
                    <a:pt x="3453" y="980"/>
                  </a:lnTo>
                  <a:lnTo>
                    <a:pt x="2987" y="1307"/>
                  </a:lnTo>
                  <a:lnTo>
                    <a:pt x="2473" y="1680"/>
                  </a:lnTo>
                  <a:lnTo>
                    <a:pt x="2053" y="2053"/>
                  </a:lnTo>
                  <a:lnTo>
                    <a:pt x="1633" y="2520"/>
                  </a:lnTo>
                  <a:lnTo>
                    <a:pt x="1307" y="2987"/>
                  </a:lnTo>
                  <a:lnTo>
                    <a:pt x="1260" y="3033"/>
                  </a:lnTo>
                  <a:lnTo>
                    <a:pt x="1260" y="3127"/>
                  </a:lnTo>
                  <a:lnTo>
                    <a:pt x="1353" y="3220"/>
                  </a:lnTo>
                  <a:lnTo>
                    <a:pt x="1493" y="3267"/>
                  </a:lnTo>
                  <a:lnTo>
                    <a:pt x="1540" y="3267"/>
                  </a:lnTo>
                  <a:lnTo>
                    <a:pt x="1633" y="3220"/>
                  </a:lnTo>
                  <a:lnTo>
                    <a:pt x="1913" y="2753"/>
                  </a:lnTo>
                  <a:lnTo>
                    <a:pt x="2287" y="2380"/>
                  </a:lnTo>
                  <a:lnTo>
                    <a:pt x="2707" y="2007"/>
                  </a:lnTo>
                  <a:lnTo>
                    <a:pt x="3127" y="1680"/>
                  </a:lnTo>
                  <a:lnTo>
                    <a:pt x="3593" y="1354"/>
                  </a:lnTo>
                  <a:lnTo>
                    <a:pt x="4060" y="1120"/>
                  </a:lnTo>
                  <a:lnTo>
                    <a:pt x="4480" y="887"/>
                  </a:lnTo>
                  <a:lnTo>
                    <a:pt x="4900" y="747"/>
                  </a:lnTo>
                  <a:lnTo>
                    <a:pt x="8259" y="4153"/>
                  </a:lnTo>
                  <a:lnTo>
                    <a:pt x="7933" y="4900"/>
                  </a:lnTo>
                  <a:lnTo>
                    <a:pt x="7326" y="5040"/>
                  </a:lnTo>
                  <a:lnTo>
                    <a:pt x="6719" y="5273"/>
                  </a:lnTo>
                  <a:lnTo>
                    <a:pt x="6159" y="5600"/>
                  </a:lnTo>
                  <a:lnTo>
                    <a:pt x="5600" y="6020"/>
                  </a:lnTo>
                  <a:lnTo>
                    <a:pt x="5180" y="6486"/>
                  </a:lnTo>
                  <a:lnTo>
                    <a:pt x="4760" y="7046"/>
                  </a:lnTo>
                  <a:lnTo>
                    <a:pt x="4480" y="7606"/>
                  </a:lnTo>
                  <a:lnTo>
                    <a:pt x="4246" y="8213"/>
                  </a:lnTo>
                  <a:lnTo>
                    <a:pt x="4106" y="8259"/>
                  </a:lnTo>
                  <a:lnTo>
                    <a:pt x="747" y="4900"/>
                  </a:lnTo>
                  <a:lnTo>
                    <a:pt x="1073" y="4107"/>
                  </a:lnTo>
                  <a:lnTo>
                    <a:pt x="1073" y="4013"/>
                  </a:lnTo>
                  <a:lnTo>
                    <a:pt x="1073" y="3967"/>
                  </a:lnTo>
                  <a:lnTo>
                    <a:pt x="980" y="3873"/>
                  </a:lnTo>
                  <a:lnTo>
                    <a:pt x="840" y="3827"/>
                  </a:lnTo>
                  <a:lnTo>
                    <a:pt x="793" y="3873"/>
                  </a:lnTo>
                  <a:lnTo>
                    <a:pt x="700" y="3967"/>
                  </a:lnTo>
                  <a:lnTo>
                    <a:pt x="514" y="4433"/>
                  </a:lnTo>
                  <a:lnTo>
                    <a:pt x="327" y="4900"/>
                  </a:lnTo>
                  <a:lnTo>
                    <a:pt x="187" y="5366"/>
                  </a:lnTo>
                  <a:lnTo>
                    <a:pt x="94" y="5833"/>
                  </a:lnTo>
                  <a:lnTo>
                    <a:pt x="0" y="6253"/>
                  </a:lnTo>
                  <a:lnTo>
                    <a:pt x="0" y="6720"/>
                  </a:lnTo>
                  <a:lnTo>
                    <a:pt x="0" y="7326"/>
                  </a:lnTo>
                  <a:lnTo>
                    <a:pt x="94" y="7839"/>
                  </a:lnTo>
                  <a:lnTo>
                    <a:pt x="234" y="8259"/>
                  </a:lnTo>
                  <a:lnTo>
                    <a:pt x="327" y="8446"/>
                  </a:lnTo>
                  <a:lnTo>
                    <a:pt x="420" y="8586"/>
                  </a:lnTo>
                  <a:lnTo>
                    <a:pt x="607" y="8726"/>
                  </a:lnTo>
                  <a:lnTo>
                    <a:pt x="793" y="8866"/>
                  </a:lnTo>
                  <a:lnTo>
                    <a:pt x="1027" y="8959"/>
                  </a:lnTo>
                  <a:lnTo>
                    <a:pt x="1260" y="9006"/>
                  </a:lnTo>
                  <a:lnTo>
                    <a:pt x="1727" y="9053"/>
                  </a:lnTo>
                  <a:lnTo>
                    <a:pt x="2240" y="9053"/>
                  </a:lnTo>
                  <a:lnTo>
                    <a:pt x="2800" y="9006"/>
                  </a:lnTo>
                  <a:lnTo>
                    <a:pt x="3313" y="8913"/>
                  </a:lnTo>
                  <a:lnTo>
                    <a:pt x="4153" y="8679"/>
                  </a:lnTo>
                  <a:lnTo>
                    <a:pt x="4106" y="9193"/>
                  </a:lnTo>
                  <a:lnTo>
                    <a:pt x="4106" y="9752"/>
                  </a:lnTo>
                  <a:lnTo>
                    <a:pt x="4200" y="10266"/>
                  </a:lnTo>
                  <a:lnTo>
                    <a:pt x="4340" y="10826"/>
                  </a:lnTo>
                  <a:lnTo>
                    <a:pt x="4526" y="11292"/>
                  </a:lnTo>
                  <a:lnTo>
                    <a:pt x="4806" y="11759"/>
                  </a:lnTo>
                  <a:lnTo>
                    <a:pt x="5086" y="12225"/>
                  </a:lnTo>
                  <a:lnTo>
                    <a:pt x="5460" y="12599"/>
                  </a:lnTo>
                  <a:lnTo>
                    <a:pt x="5553" y="12645"/>
                  </a:lnTo>
                  <a:lnTo>
                    <a:pt x="5600" y="12692"/>
                  </a:lnTo>
                  <a:lnTo>
                    <a:pt x="6579" y="12692"/>
                  </a:lnTo>
                  <a:lnTo>
                    <a:pt x="6859" y="12972"/>
                  </a:lnTo>
                  <a:lnTo>
                    <a:pt x="7186" y="13159"/>
                  </a:lnTo>
                  <a:lnTo>
                    <a:pt x="7559" y="13299"/>
                  </a:lnTo>
                  <a:lnTo>
                    <a:pt x="7933" y="13299"/>
                  </a:lnTo>
                  <a:lnTo>
                    <a:pt x="8306" y="13252"/>
                  </a:lnTo>
                  <a:lnTo>
                    <a:pt x="8632" y="13065"/>
                  </a:lnTo>
                  <a:lnTo>
                    <a:pt x="8912" y="12785"/>
                  </a:lnTo>
                  <a:lnTo>
                    <a:pt x="9146" y="12459"/>
                  </a:lnTo>
                  <a:lnTo>
                    <a:pt x="10126" y="12459"/>
                  </a:lnTo>
                  <a:lnTo>
                    <a:pt x="10126" y="12692"/>
                  </a:lnTo>
                  <a:lnTo>
                    <a:pt x="10126" y="12832"/>
                  </a:lnTo>
                  <a:lnTo>
                    <a:pt x="10172" y="12972"/>
                  </a:lnTo>
                  <a:lnTo>
                    <a:pt x="10312" y="13205"/>
                  </a:lnTo>
                  <a:lnTo>
                    <a:pt x="10546" y="13345"/>
                  </a:lnTo>
                  <a:lnTo>
                    <a:pt x="10686" y="13392"/>
                  </a:lnTo>
                  <a:lnTo>
                    <a:pt x="10826" y="13439"/>
                  </a:lnTo>
                  <a:lnTo>
                    <a:pt x="12692" y="13439"/>
                  </a:lnTo>
                  <a:lnTo>
                    <a:pt x="12832" y="13392"/>
                  </a:lnTo>
                  <a:lnTo>
                    <a:pt x="12972" y="13345"/>
                  </a:lnTo>
                  <a:lnTo>
                    <a:pt x="13205" y="13205"/>
                  </a:lnTo>
                  <a:lnTo>
                    <a:pt x="13345" y="12972"/>
                  </a:lnTo>
                  <a:lnTo>
                    <a:pt x="13392" y="12832"/>
                  </a:lnTo>
                  <a:lnTo>
                    <a:pt x="13439" y="12692"/>
                  </a:lnTo>
                  <a:lnTo>
                    <a:pt x="13439" y="11759"/>
                  </a:lnTo>
                  <a:lnTo>
                    <a:pt x="13392" y="11619"/>
                  </a:lnTo>
                  <a:lnTo>
                    <a:pt x="13345" y="11479"/>
                  </a:lnTo>
                  <a:lnTo>
                    <a:pt x="13205" y="11246"/>
                  </a:lnTo>
                  <a:lnTo>
                    <a:pt x="12972" y="11106"/>
                  </a:lnTo>
                  <a:lnTo>
                    <a:pt x="12832" y="11059"/>
                  </a:lnTo>
                  <a:lnTo>
                    <a:pt x="10499" y="11059"/>
                  </a:lnTo>
                  <a:lnTo>
                    <a:pt x="10499" y="9146"/>
                  </a:lnTo>
                  <a:lnTo>
                    <a:pt x="10919" y="9099"/>
                  </a:lnTo>
                  <a:lnTo>
                    <a:pt x="13065" y="9099"/>
                  </a:lnTo>
                  <a:lnTo>
                    <a:pt x="13112" y="9053"/>
                  </a:lnTo>
                  <a:lnTo>
                    <a:pt x="13159" y="8959"/>
                  </a:lnTo>
                  <a:lnTo>
                    <a:pt x="13159" y="8913"/>
                  </a:lnTo>
                  <a:lnTo>
                    <a:pt x="13019" y="8213"/>
                  </a:lnTo>
                  <a:lnTo>
                    <a:pt x="12832" y="7559"/>
                  </a:lnTo>
                  <a:lnTo>
                    <a:pt x="12505" y="6953"/>
                  </a:lnTo>
                  <a:lnTo>
                    <a:pt x="12085" y="6393"/>
                  </a:lnTo>
                  <a:lnTo>
                    <a:pt x="11992" y="6346"/>
                  </a:lnTo>
                  <a:lnTo>
                    <a:pt x="11945" y="6346"/>
                  </a:lnTo>
                  <a:lnTo>
                    <a:pt x="11805" y="6393"/>
                  </a:lnTo>
                  <a:lnTo>
                    <a:pt x="11712" y="6486"/>
                  </a:lnTo>
                  <a:lnTo>
                    <a:pt x="11712" y="6580"/>
                  </a:lnTo>
                  <a:lnTo>
                    <a:pt x="11759" y="6673"/>
                  </a:lnTo>
                  <a:lnTo>
                    <a:pt x="12132" y="7093"/>
                  </a:lnTo>
                  <a:lnTo>
                    <a:pt x="12412" y="7606"/>
                  </a:lnTo>
                  <a:lnTo>
                    <a:pt x="12599" y="8166"/>
                  </a:lnTo>
                  <a:lnTo>
                    <a:pt x="12739" y="8726"/>
                  </a:lnTo>
                  <a:lnTo>
                    <a:pt x="12365" y="8726"/>
                  </a:lnTo>
                  <a:lnTo>
                    <a:pt x="12272" y="8399"/>
                  </a:lnTo>
                  <a:lnTo>
                    <a:pt x="12179" y="8073"/>
                  </a:lnTo>
                  <a:lnTo>
                    <a:pt x="11852" y="7513"/>
                  </a:lnTo>
                  <a:lnTo>
                    <a:pt x="11479" y="6953"/>
                  </a:lnTo>
                  <a:lnTo>
                    <a:pt x="11059" y="6533"/>
                  </a:lnTo>
                  <a:lnTo>
                    <a:pt x="10546" y="6160"/>
                  </a:lnTo>
                  <a:lnTo>
                    <a:pt x="10266" y="5973"/>
                  </a:lnTo>
                  <a:lnTo>
                    <a:pt x="9939" y="5880"/>
                  </a:lnTo>
                  <a:lnTo>
                    <a:pt x="9659" y="5786"/>
                  </a:lnTo>
                  <a:lnTo>
                    <a:pt x="9332" y="5693"/>
                  </a:lnTo>
                  <a:lnTo>
                    <a:pt x="9006" y="5646"/>
                  </a:lnTo>
                  <a:lnTo>
                    <a:pt x="8306" y="5646"/>
                  </a:lnTo>
                  <a:lnTo>
                    <a:pt x="7933" y="5693"/>
                  </a:lnTo>
                  <a:lnTo>
                    <a:pt x="7559" y="5786"/>
                  </a:lnTo>
                  <a:lnTo>
                    <a:pt x="7233" y="5926"/>
                  </a:lnTo>
                  <a:lnTo>
                    <a:pt x="6906" y="6066"/>
                  </a:lnTo>
                  <a:lnTo>
                    <a:pt x="6579" y="6300"/>
                  </a:lnTo>
                  <a:lnTo>
                    <a:pt x="6299" y="6533"/>
                  </a:lnTo>
                  <a:lnTo>
                    <a:pt x="6019" y="6766"/>
                  </a:lnTo>
                  <a:lnTo>
                    <a:pt x="5740" y="7046"/>
                  </a:lnTo>
                  <a:lnTo>
                    <a:pt x="5553" y="7326"/>
                  </a:lnTo>
                  <a:lnTo>
                    <a:pt x="5320" y="7653"/>
                  </a:lnTo>
                  <a:lnTo>
                    <a:pt x="5180" y="7979"/>
                  </a:lnTo>
                  <a:lnTo>
                    <a:pt x="5040" y="8306"/>
                  </a:lnTo>
                  <a:lnTo>
                    <a:pt x="4946" y="8679"/>
                  </a:lnTo>
                  <a:lnTo>
                    <a:pt x="4900" y="9053"/>
                  </a:lnTo>
                  <a:lnTo>
                    <a:pt x="4900" y="9426"/>
                  </a:lnTo>
                  <a:lnTo>
                    <a:pt x="4946" y="9846"/>
                  </a:lnTo>
                  <a:lnTo>
                    <a:pt x="5040" y="10266"/>
                  </a:lnTo>
                  <a:lnTo>
                    <a:pt x="5133" y="10639"/>
                  </a:lnTo>
                  <a:lnTo>
                    <a:pt x="5320" y="11012"/>
                  </a:lnTo>
                  <a:lnTo>
                    <a:pt x="5506" y="11386"/>
                  </a:lnTo>
                  <a:lnTo>
                    <a:pt x="5740" y="11666"/>
                  </a:lnTo>
                  <a:lnTo>
                    <a:pt x="6206" y="12272"/>
                  </a:lnTo>
                  <a:lnTo>
                    <a:pt x="5693" y="12272"/>
                  </a:lnTo>
                  <a:lnTo>
                    <a:pt x="5413" y="11992"/>
                  </a:lnTo>
                  <a:lnTo>
                    <a:pt x="5180" y="11666"/>
                  </a:lnTo>
                  <a:lnTo>
                    <a:pt x="4993" y="11292"/>
                  </a:lnTo>
                  <a:lnTo>
                    <a:pt x="4806" y="10919"/>
                  </a:lnTo>
                  <a:lnTo>
                    <a:pt x="4666" y="10546"/>
                  </a:lnTo>
                  <a:lnTo>
                    <a:pt x="4573" y="10172"/>
                  </a:lnTo>
                  <a:lnTo>
                    <a:pt x="4526" y="9752"/>
                  </a:lnTo>
                  <a:lnTo>
                    <a:pt x="4526" y="9379"/>
                  </a:lnTo>
                  <a:lnTo>
                    <a:pt x="4526" y="8959"/>
                  </a:lnTo>
                  <a:lnTo>
                    <a:pt x="4620" y="8586"/>
                  </a:lnTo>
                  <a:lnTo>
                    <a:pt x="4713" y="8166"/>
                  </a:lnTo>
                  <a:lnTo>
                    <a:pt x="4806" y="7793"/>
                  </a:lnTo>
                  <a:lnTo>
                    <a:pt x="4993" y="7466"/>
                  </a:lnTo>
                  <a:lnTo>
                    <a:pt x="5180" y="7093"/>
                  </a:lnTo>
                  <a:lnTo>
                    <a:pt x="5460" y="6766"/>
                  </a:lnTo>
                  <a:lnTo>
                    <a:pt x="5693" y="6486"/>
                  </a:lnTo>
                  <a:lnTo>
                    <a:pt x="5973" y="6206"/>
                  </a:lnTo>
                  <a:lnTo>
                    <a:pt x="6253" y="5973"/>
                  </a:lnTo>
                  <a:lnTo>
                    <a:pt x="6579" y="5786"/>
                  </a:lnTo>
                  <a:lnTo>
                    <a:pt x="6906" y="5646"/>
                  </a:lnTo>
                  <a:lnTo>
                    <a:pt x="7233" y="5506"/>
                  </a:lnTo>
                  <a:lnTo>
                    <a:pt x="7559" y="5366"/>
                  </a:lnTo>
                  <a:lnTo>
                    <a:pt x="7933" y="5320"/>
                  </a:lnTo>
                  <a:lnTo>
                    <a:pt x="8306" y="5273"/>
                  </a:lnTo>
                  <a:lnTo>
                    <a:pt x="8632" y="5226"/>
                  </a:lnTo>
                  <a:lnTo>
                    <a:pt x="9006" y="5273"/>
                  </a:lnTo>
                  <a:lnTo>
                    <a:pt x="9379" y="5320"/>
                  </a:lnTo>
                  <a:lnTo>
                    <a:pt x="9706" y="5366"/>
                  </a:lnTo>
                  <a:lnTo>
                    <a:pt x="10079" y="5460"/>
                  </a:lnTo>
                  <a:lnTo>
                    <a:pt x="10406" y="5600"/>
                  </a:lnTo>
                  <a:lnTo>
                    <a:pt x="10732" y="5786"/>
                  </a:lnTo>
                  <a:lnTo>
                    <a:pt x="11012" y="5973"/>
                  </a:lnTo>
                  <a:lnTo>
                    <a:pt x="11106" y="6020"/>
                  </a:lnTo>
                  <a:lnTo>
                    <a:pt x="11199" y="6020"/>
                  </a:lnTo>
                  <a:lnTo>
                    <a:pt x="11292" y="5926"/>
                  </a:lnTo>
                  <a:lnTo>
                    <a:pt x="11339" y="5786"/>
                  </a:lnTo>
                  <a:lnTo>
                    <a:pt x="11292" y="5740"/>
                  </a:lnTo>
                  <a:lnTo>
                    <a:pt x="11245" y="5646"/>
                  </a:lnTo>
                  <a:lnTo>
                    <a:pt x="10919" y="5460"/>
                  </a:lnTo>
                  <a:lnTo>
                    <a:pt x="10592" y="5273"/>
                  </a:lnTo>
                  <a:lnTo>
                    <a:pt x="10266" y="5133"/>
                  </a:lnTo>
                  <a:lnTo>
                    <a:pt x="9892" y="5040"/>
                  </a:lnTo>
                  <a:lnTo>
                    <a:pt x="9519" y="4946"/>
                  </a:lnTo>
                  <a:lnTo>
                    <a:pt x="9146" y="4853"/>
                  </a:lnTo>
                  <a:lnTo>
                    <a:pt x="8399" y="4853"/>
                  </a:lnTo>
                  <a:lnTo>
                    <a:pt x="8586" y="4340"/>
                  </a:lnTo>
                  <a:lnTo>
                    <a:pt x="8772" y="3780"/>
                  </a:lnTo>
                  <a:lnTo>
                    <a:pt x="8912" y="3173"/>
                  </a:lnTo>
                  <a:lnTo>
                    <a:pt x="9006" y="2567"/>
                  </a:lnTo>
                  <a:lnTo>
                    <a:pt x="9052" y="1960"/>
                  </a:lnTo>
                  <a:lnTo>
                    <a:pt x="8959" y="1400"/>
                  </a:lnTo>
                  <a:lnTo>
                    <a:pt x="8912" y="1120"/>
                  </a:lnTo>
                  <a:lnTo>
                    <a:pt x="8819" y="887"/>
                  </a:lnTo>
                  <a:lnTo>
                    <a:pt x="8726" y="654"/>
                  </a:lnTo>
                  <a:lnTo>
                    <a:pt x="8586" y="467"/>
                  </a:lnTo>
                  <a:lnTo>
                    <a:pt x="8446" y="327"/>
                  </a:lnTo>
                  <a:lnTo>
                    <a:pt x="8306" y="234"/>
                  </a:lnTo>
                  <a:lnTo>
                    <a:pt x="7933" y="94"/>
                  </a:lnTo>
                  <a:lnTo>
                    <a:pt x="74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7" name="Google Shape;539;p43">
            <a:extLst>
              <a:ext uri="{FF2B5EF4-FFF2-40B4-BE49-F238E27FC236}">
                <a16:creationId xmlns:a16="http://schemas.microsoft.com/office/drawing/2014/main" id="{AF974FCC-5124-D002-A363-C9724DCE3B59}"/>
              </a:ext>
            </a:extLst>
          </p:cNvPr>
          <p:cNvCxnSpPr>
            <a:cxnSpLocks/>
            <a:stCxn id="8" idx="1"/>
            <a:endCxn id="541" idx="3"/>
          </p:cNvCxnSpPr>
          <p:nvPr/>
        </p:nvCxnSpPr>
        <p:spPr>
          <a:xfrm>
            <a:off x="6310136" y="1655377"/>
            <a:ext cx="862111" cy="4595"/>
          </a:xfrm>
          <a:prstGeom prst="bentConnector3">
            <a:avLst>
              <a:gd name="adj1" fmla="val 50000"/>
            </a:avLst>
          </a:prstGeom>
          <a:noFill/>
          <a:ln w="9525" cap="flat" cmpd="sng">
            <a:solidFill>
              <a:schemeClr val="lt1"/>
            </a:solidFill>
            <a:prstDash val="solid"/>
            <a:round/>
            <a:headEnd type="none" w="med" len="med"/>
            <a:tailEnd type="none" w="med" len="med"/>
          </a:ln>
        </p:spPr>
      </p:cxnSp>
      <p:cxnSp>
        <p:nvCxnSpPr>
          <p:cNvPr id="21" name="Google Shape;538;p43">
            <a:extLst>
              <a:ext uri="{FF2B5EF4-FFF2-40B4-BE49-F238E27FC236}">
                <a16:creationId xmlns:a16="http://schemas.microsoft.com/office/drawing/2014/main" id="{6006FA06-F3C7-FF30-BA2C-5E92D50B83B1}"/>
              </a:ext>
            </a:extLst>
          </p:cNvPr>
          <p:cNvCxnSpPr>
            <a:cxnSpLocks/>
          </p:cNvCxnSpPr>
          <p:nvPr/>
        </p:nvCxnSpPr>
        <p:spPr>
          <a:xfrm rot="16200000" flipH="1">
            <a:off x="5634035" y="2960316"/>
            <a:ext cx="660272" cy="1"/>
          </a:xfrm>
          <a:prstGeom prst="bentConnector3">
            <a:avLst>
              <a:gd name="adj1" fmla="val 50000"/>
            </a:avLst>
          </a:prstGeom>
          <a:noFill/>
          <a:ln w="9525" cap="flat" cmpd="sng">
            <a:solidFill>
              <a:schemeClr val="lt1"/>
            </a:solidFill>
            <a:prstDash val="solid"/>
            <a:round/>
            <a:headEnd type="diamond" w="med" len="med"/>
            <a:tailEnd type="diamond" w="med" len="med"/>
          </a:ln>
        </p:spPr>
      </p:cxnSp>
      <p:grpSp>
        <p:nvGrpSpPr>
          <p:cNvPr id="30" name="Google Shape;1131;p60">
            <a:extLst>
              <a:ext uri="{FF2B5EF4-FFF2-40B4-BE49-F238E27FC236}">
                <a16:creationId xmlns:a16="http://schemas.microsoft.com/office/drawing/2014/main" id="{48C70179-9B47-F4C3-84D5-C743DB1263DB}"/>
              </a:ext>
            </a:extLst>
          </p:cNvPr>
          <p:cNvGrpSpPr/>
          <p:nvPr/>
        </p:nvGrpSpPr>
        <p:grpSpPr>
          <a:xfrm>
            <a:off x="7427509" y="1497792"/>
            <a:ext cx="248475" cy="335975"/>
            <a:chOff x="4823700" y="1994850"/>
            <a:chExt cx="248475" cy="335975"/>
          </a:xfrm>
        </p:grpSpPr>
        <p:sp>
          <p:nvSpPr>
            <p:cNvPr id="31" name="Google Shape;1132;p60">
              <a:extLst>
                <a:ext uri="{FF2B5EF4-FFF2-40B4-BE49-F238E27FC236}">
                  <a16:creationId xmlns:a16="http://schemas.microsoft.com/office/drawing/2014/main" id="{6A001431-07FD-19B7-5A39-76F82A874422}"/>
                </a:ext>
              </a:extLst>
            </p:cNvPr>
            <p:cNvSpPr/>
            <p:nvPr/>
          </p:nvSpPr>
          <p:spPr>
            <a:xfrm>
              <a:off x="4823700" y="1994850"/>
              <a:ext cx="248475" cy="335975"/>
            </a:xfrm>
            <a:custGeom>
              <a:avLst/>
              <a:gdLst/>
              <a:ahLst/>
              <a:cxnLst/>
              <a:rect l="l" t="t" r="r" b="b"/>
              <a:pathLst>
                <a:path w="9939" h="13439" extrusionOk="0">
                  <a:moveTo>
                    <a:pt x="6719" y="653"/>
                  </a:moveTo>
                  <a:lnTo>
                    <a:pt x="7419" y="1167"/>
                  </a:lnTo>
                  <a:lnTo>
                    <a:pt x="7093" y="1586"/>
                  </a:lnTo>
                  <a:lnTo>
                    <a:pt x="6393" y="1073"/>
                  </a:lnTo>
                  <a:lnTo>
                    <a:pt x="6719" y="653"/>
                  </a:lnTo>
                  <a:close/>
                  <a:moveTo>
                    <a:pt x="6393" y="3780"/>
                  </a:moveTo>
                  <a:lnTo>
                    <a:pt x="6579" y="3826"/>
                  </a:lnTo>
                  <a:lnTo>
                    <a:pt x="6719" y="3873"/>
                  </a:lnTo>
                  <a:lnTo>
                    <a:pt x="6859" y="3966"/>
                  </a:lnTo>
                  <a:lnTo>
                    <a:pt x="6953" y="4106"/>
                  </a:lnTo>
                  <a:lnTo>
                    <a:pt x="7046" y="4246"/>
                  </a:lnTo>
                  <a:lnTo>
                    <a:pt x="7093" y="4433"/>
                  </a:lnTo>
                  <a:lnTo>
                    <a:pt x="7139" y="4619"/>
                  </a:lnTo>
                  <a:lnTo>
                    <a:pt x="7139" y="4806"/>
                  </a:lnTo>
                  <a:lnTo>
                    <a:pt x="7046" y="4993"/>
                  </a:lnTo>
                  <a:lnTo>
                    <a:pt x="6999" y="5133"/>
                  </a:lnTo>
                  <a:lnTo>
                    <a:pt x="6859" y="5273"/>
                  </a:lnTo>
                  <a:lnTo>
                    <a:pt x="6766" y="5366"/>
                  </a:lnTo>
                  <a:lnTo>
                    <a:pt x="6579" y="5459"/>
                  </a:lnTo>
                  <a:lnTo>
                    <a:pt x="6439" y="5506"/>
                  </a:lnTo>
                  <a:lnTo>
                    <a:pt x="6066" y="5506"/>
                  </a:lnTo>
                  <a:lnTo>
                    <a:pt x="5926" y="5459"/>
                  </a:lnTo>
                  <a:lnTo>
                    <a:pt x="5739" y="5366"/>
                  </a:lnTo>
                  <a:lnTo>
                    <a:pt x="5599" y="5273"/>
                  </a:lnTo>
                  <a:lnTo>
                    <a:pt x="5506" y="5133"/>
                  </a:lnTo>
                  <a:lnTo>
                    <a:pt x="5413" y="4993"/>
                  </a:lnTo>
                  <a:lnTo>
                    <a:pt x="5366" y="4806"/>
                  </a:lnTo>
                  <a:lnTo>
                    <a:pt x="5366" y="4619"/>
                  </a:lnTo>
                  <a:lnTo>
                    <a:pt x="5366" y="4433"/>
                  </a:lnTo>
                  <a:lnTo>
                    <a:pt x="5459" y="4246"/>
                  </a:lnTo>
                  <a:lnTo>
                    <a:pt x="5553" y="4106"/>
                  </a:lnTo>
                  <a:lnTo>
                    <a:pt x="5646" y="3966"/>
                  </a:lnTo>
                  <a:lnTo>
                    <a:pt x="5786" y="3873"/>
                  </a:lnTo>
                  <a:lnTo>
                    <a:pt x="5926" y="3826"/>
                  </a:lnTo>
                  <a:lnTo>
                    <a:pt x="6066" y="3780"/>
                  </a:lnTo>
                  <a:close/>
                  <a:moveTo>
                    <a:pt x="2706" y="6346"/>
                  </a:moveTo>
                  <a:lnTo>
                    <a:pt x="3220" y="6719"/>
                  </a:lnTo>
                  <a:lnTo>
                    <a:pt x="2846" y="7232"/>
                  </a:lnTo>
                  <a:lnTo>
                    <a:pt x="2333" y="6906"/>
                  </a:lnTo>
                  <a:lnTo>
                    <a:pt x="2706" y="6346"/>
                  </a:lnTo>
                  <a:close/>
                  <a:moveTo>
                    <a:pt x="3733" y="9332"/>
                  </a:moveTo>
                  <a:lnTo>
                    <a:pt x="3733" y="9892"/>
                  </a:lnTo>
                  <a:lnTo>
                    <a:pt x="373" y="9892"/>
                  </a:lnTo>
                  <a:lnTo>
                    <a:pt x="373" y="9332"/>
                  </a:lnTo>
                  <a:close/>
                  <a:moveTo>
                    <a:pt x="2893" y="10265"/>
                  </a:moveTo>
                  <a:lnTo>
                    <a:pt x="3220" y="10592"/>
                  </a:lnTo>
                  <a:lnTo>
                    <a:pt x="3546" y="10872"/>
                  </a:lnTo>
                  <a:lnTo>
                    <a:pt x="3920" y="11105"/>
                  </a:lnTo>
                  <a:lnTo>
                    <a:pt x="4340" y="11292"/>
                  </a:lnTo>
                  <a:lnTo>
                    <a:pt x="4060" y="11432"/>
                  </a:lnTo>
                  <a:lnTo>
                    <a:pt x="3920" y="11525"/>
                  </a:lnTo>
                  <a:lnTo>
                    <a:pt x="3780" y="11665"/>
                  </a:lnTo>
                  <a:lnTo>
                    <a:pt x="3313" y="11385"/>
                  </a:lnTo>
                  <a:lnTo>
                    <a:pt x="2893" y="11059"/>
                  </a:lnTo>
                  <a:lnTo>
                    <a:pt x="2520" y="10685"/>
                  </a:lnTo>
                  <a:lnTo>
                    <a:pt x="2193" y="10265"/>
                  </a:lnTo>
                  <a:close/>
                  <a:moveTo>
                    <a:pt x="3500" y="12505"/>
                  </a:moveTo>
                  <a:lnTo>
                    <a:pt x="3500" y="13018"/>
                  </a:lnTo>
                  <a:lnTo>
                    <a:pt x="373" y="13018"/>
                  </a:lnTo>
                  <a:lnTo>
                    <a:pt x="373" y="12505"/>
                  </a:lnTo>
                  <a:close/>
                  <a:moveTo>
                    <a:pt x="6066" y="10965"/>
                  </a:moveTo>
                  <a:lnTo>
                    <a:pt x="6253" y="11059"/>
                  </a:lnTo>
                  <a:lnTo>
                    <a:pt x="6906" y="11432"/>
                  </a:lnTo>
                  <a:lnTo>
                    <a:pt x="7559" y="11758"/>
                  </a:lnTo>
                  <a:lnTo>
                    <a:pt x="7699" y="11898"/>
                  </a:lnTo>
                  <a:lnTo>
                    <a:pt x="7792" y="12038"/>
                  </a:lnTo>
                  <a:lnTo>
                    <a:pt x="7839" y="12225"/>
                  </a:lnTo>
                  <a:lnTo>
                    <a:pt x="7886" y="12412"/>
                  </a:lnTo>
                  <a:lnTo>
                    <a:pt x="7886" y="13018"/>
                  </a:lnTo>
                  <a:lnTo>
                    <a:pt x="3873" y="13018"/>
                  </a:lnTo>
                  <a:lnTo>
                    <a:pt x="3873" y="12412"/>
                  </a:lnTo>
                  <a:lnTo>
                    <a:pt x="3920" y="12225"/>
                  </a:lnTo>
                  <a:lnTo>
                    <a:pt x="4013" y="12038"/>
                  </a:lnTo>
                  <a:lnTo>
                    <a:pt x="4106" y="11852"/>
                  </a:lnTo>
                  <a:lnTo>
                    <a:pt x="4293" y="11758"/>
                  </a:lnTo>
                  <a:lnTo>
                    <a:pt x="5506" y="11059"/>
                  </a:lnTo>
                  <a:lnTo>
                    <a:pt x="5693" y="10965"/>
                  </a:lnTo>
                  <a:close/>
                  <a:moveTo>
                    <a:pt x="9519" y="12505"/>
                  </a:moveTo>
                  <a:lnTo>
                    <a:pt x="9519" y="13018"/>
                  </a:lnTo>
                  <a:lnTo>
                    <a:pt x="8259" y="13018"/>
                  </a:lnTo>
                  <a:lnTo>
                    <a:pt x="8259" y="12505"/>
                  </a:lnTo>
                  <a:close/>
                  <a:moveTo>
                    <a:pt x="6346" y="0"/>
                  </a:moveTo>
                  <a:lnTo>
                    <a:pt x="6253" y="93"/>
                  </a:lnTo>
                  <a:lnTo>
                    <a:pt x="6206" y="187"/>
                  </a:lnTo>
                  <a:lnTo>
                    <a:pt x="6206" y="280"/>
                  </a:lnTo>
                  <a:lnTo>
                    <a:pt x="6299" y="327"/>
                  </a:lnTo>
                  <a:lnTo>
                    <a:pt x="6393" y="420"/>
                  </a:lnTo>
                  <a:lnTo>
                    <a:pt x="6066" y="840"/>
                  </a:lnTo>
                  <a:lnTo>
                    <a:pt x="5879" y="700"/>
                  </a:lnTo>
                  <a:lnTo>
                    <a:pt x="5693" y="607"/>
                  </a:lnTo>
                  <a:lnTo>
                    <a:pt x="5553" y="607"/>
                  </a:lnTo>
                  <a:lnTo>
                    <a:pt x="5366" y="700"/>
                  </a:lnTo>
                  <a:lnTo>
                    <a:pt x="5226" y="793"/>
                  </a:lnTo>
                  <a:lnTo>
                    <a:pt x="3033" y="3826"/>
                  </a:lnTo>
                  <a:lnTo>
                    <a:pt x="2986" y="3920"/>
                  </a:lnTo>
                  <a:lnTo>
                    <a:pt x="2986" y="3966"/>
                  </a:lnTo>
                  <a:lnTo>
                    <a:pt x="3080" y="4106"/>
                  </a:lnTo>
                  <a:lnTo>
                    <a:pt x="3220" y="4153"/>
                  </a:lnTo>
                  <a:lnTo>
                    <a:pt x="3266" y="4106"/>
                  </a:lnTo>
                  <a:lnTo>
                    <a:pt x="3360" y="4059"/>
                  </a:lnTo>
                  <a:lnTo>
                    <a:pt x="5553" y="1027"/>
                  </a:lnTo>
                  <a:lnTo>
                    <a:pt x="5646" y="1027"/>
                  </a:lnTo>
                  <a:lnTo>
                    <a:pt x="7373" y="2286"/>
                  </a:lnTo>
                  <a:lnTo>
                    <a:pt x="7419" y="2333"/>
                  </a:lnTo>
                  <a:lnTo>
                    <a:pt x="7419" y="2380"/>
                  </a:lnTo>
                  <a:lnTo>
                    <a:pt x="6626" y="3406"/>
                  </a:lnTo>
                  <a:lnTo>
                    <a:pt x="6439" y="3360"/>
                  </a:lnTo>
                  <a:lnTo>
                    <a:pt x="6019" y="3360"/>
                  </a:lnTo>
                  <a:lnTo>
                    <a:pt x="5833" y="3453"/>
                  </a:lnTo>
                  <a:lnTo>
                    <a:pt x="5646" y="3500"/>
                  </a:lnTo>
                  <a:lnTo>
                    <a:pt x="5506" y="3640"/>
                  </a:lnTo>
                  <a:lnTo>
                    <a:pt x="5319" y="3733"/>
                  </a:lnTo>
                  <a:lnTo>
                    <a:pt x="5226" y="3873"/>
                  </a:lnTo>
                  <a:lnTo>
                    <a:pt x="5039" y="4246"/>
                  </a:lnTo>
                  <a:lnTo>
                    <a:pt x="4993" y="4433"/>
                  </a:lnTo>
                  <a:lnTo>
                    <a:pt x="4946" y="4619"/>
                  </a:lnTo>
                  <a:lnTo>
                    <a:pt x="4993" y="4806"/>
                  </a:lnTo>
                  <a:lnTo>
                    <a:pt x="5039" y="4993"/>
                  </a:lnTo>
                  <a:lnTo>
                    <a:pt x="5086" y="5226"/>
                  </a:lnTo>
                  <a:lnTo>
                    <a:pt x="5226" y="5413"/>
                  </a:lnTo>
                  <a:lnTo>
                    <a:pt x="4153" y="6859"/>
                  </a:lnTo>
                  <a:lnTo>
                    <a:pt x="4060" y="6859"/>
                  </a:lnTo>
                  <a:lnTo>
                    <a:pt x="2333" y="5599"/>
                  </a:lnTo>
                  <a:lnTo>
                    <a:pt x="2287" y="5553"/>
                  </a:lnTo>
                  <a:lnTo>
                    <a:pt x="2287" y="5506"/>
                  </a:lnTo>
                  <a:lnTo>
                    <a:pt x="2753" y="4899"/>
                  </a:lnTo>
                  <a:lnTo>
                    <a:pt x="2753" y="4806"/>
                  </a:lnTo>
                  <a:lnTo>
                    <a:pt x="2753" y="4759"/>
                  </a:lnTo>
                  <a:lnTo>
                    <a:pt x="2706" y="4619"/>
                  </a:lnTo>
                  <a:lnTo>
                    <a:pt x="2566" y="4573"/>
                  </a:lnTo>
                  <a:lnTo>
                    <a:pt x="2473" y="4619"/>
                  </a:lnTo>
                  <a:lnTo>
                    <a:pt x="2426" y="4666"/>
                  </a:lnTo>
                  <a:lnTo>
                    <a:pt x="2007" y="5273"/>
                  </a:lnTo>
                  <a:lnTo>
                    <a:pt x="1913" y="5413"/>
                  </a:lnTo>
                  <a:lnTo>
                    <a:pt x="1913" y="5599"/>
                  </a:lnTo>
                  <a:lnTo>
                    <a:pt x="1960" y="5739"/>
                  </a:lnTo>
                  <a:lnTo>
                    <a:pt x="2100" y="5879"/>
                  </a:lnTo>
                  <a:lnTo>
                    <a:pt x="2380" y="6113"/>
                  </a:lnTo>
                  <a:lnTo>
                    <a:pt x="1913" y="6812"/>
                  </a:lnTo>
                  <a:lnTo>
                    <a:pt x="1867" y="6859"/>
                  </a:lnTo>
                  <a:lnTo>
                    <a:pt x="1867" y="6952"/>
                  </a:lnTo>
                  <a:lnTo>
                    <a:pt x="1867" y="7046"/>
                  </a:lnTo>
                  <a:lnTo>
                    <a:pt x="1913" y="7092"/>
                  </a:lnTo>
                  <a:lnTo>
                    <a:pt x="2753" y="7699"/>
                  </a:lnTo>
                  <a:lnTo>
                    <a:pt x="2986" y="7699"/>
                  </a:lnTo>
                  <a:lnTo>
                    <a:pt x="3033" y="7652"/>
                  </a:lnTo>
                  <a:lnTo>
                    <a:pt x="3546" y="6952"/>
                  </a:lnTo>
                  <a:lnTo>
                    <a:pt x="3826" y="7186"/>
                  </a:lnTo>
                  <a:lnTo>
                    <a:pt x="4013" y="7232"/>
                  </a:lnTo>
                  <a:lnTo>
                    <a:pt x="4200" y="7279"/>
                  </a:lnTo>
                  <a:lnTo>
                    <a:pt x="4340" y="7186"/>
                  </a:lnTo>
                  <a:lnTo>
                    <a:pt x="4480" y="7092"/>
                  </a:lnTo>
                  <a:lnTo>
                    <a:pt x="5506" y="5693"/>
                  </a:lnTo>
                  <a:lnTo>
                    <a:pt x="5693" y="5786"/>
                  </a:lnTo>
                  <a:lnTo>
                    <a:pt x="5879" y="5879"/>
                  </a:lnTo>
                  <a:lnTo>
                    <a:pt x="6113" y="5926"/>
                  </a:lnTo>
                  <a:lnTo>
                    <a:pt x="6346" y="5926"/>
                  </a:lnTo>
                  <a:lnTo>
                    <a:pt x="6533" y="5879"/>
                  </a:lnTo>
                  <a:lnTo>
                    <a:pt x="6766" y="5833"/>
                  </a:lnTo>
                  <a:lnTo>
                    <a:pt x="6953" y="5693"/>
                  </a:lnTo>
                  <a:lnTo>
                    <a:pt x="7139" y="5599"/>
                  </a:lnTo>
                  <a:lnTo>
                    <a:pt x="7466" y="5833"/>
                  </a:lnTo>
                  <a:lnTo>
                    <a:pt x="7746" y="6159"/>
                  </a:lnTo>
                  <a:lnTo>
                    <a:pt x="7979" y="6486"/>
                  </a:lnTo>
                  <a:lnTo>
                    <a:pt x="8212" y="6812"/>
                  </a:lnTo>
                  <a:lnTo>
                    <a:pt x="8352" y="7186"/>
                  </a:lnTo>
                  <a:lnTo>
                    <a:pt x="8446" y="7559"/>
                  </a:lnTo>
                  <a:lnTo>
                    <a:pt x="8446" y="7932"/>
                  </a:lnTo>
                  <a:lnTo>
                    <a:pt x="8446" y="8352"/>
                  </a:lnTo>
                  <a:lnTo>
                    <a:pt x="8399" y="8726"/>
                  </a:lnTo>
                  <a:lnTo>
                    <a:pt x="8306" y="9099"/>
                  </a:lnTo>
                  <a:lnTo>
                    <a:pt x="8119" y="9472"/>
                  </a:lnTo>
                  <a:lnTo>
                    <a:pt x="7932" y="9799"/>
                  </a:lnTo>
                  <a:lnTo>
                    <a:pt x="7699" y="10125"/>
                  </a:lnTo>
                  <a:lnTo>
                    <a:pt x="7373" y="10405"/>
                  </a:lnTo>
                  <a:lnTo>
                    <a:pt x="7046" y="10639"/>
                  </a:lnTo>
                  <a:lnTo>
                    <a:pt x="6673" y="10825"/>
                  </a:lnTo>
                  <a:lnTo>
                    <a:pt x="6439" y="10732"/>
                  </a:lnTo>
                  <a:lnTo>
                    <a:pt x="6159" y="10592"/>
                  </a:lnTo>
                  <a:lnTo>
                    <a:pt x="5599" y="10592"/>
                  </a:lnTo>
                  <a:lnTo>
                    <a:pt x="5319" y="10732"/>
                  </a:lnTo>
                  <a:lnTo>
                    <a:pt x="4806" y="11012"/>
                  </a:lnTo>
                  <a:lnTo>
                    <a:pt x="4433" y="10872"/>
                  </a:lnTo>
                  <a:lnTo>
                    <a:pt x="4060" y="10732"/>
                  </a:lnTo>
                  <a:lnTo>
                    <a:pt x="3733" y="10545"/>
                  </a:lnTo>
                  <a:lnTo>
                    <a:pt x="3453" y="10265"/>
                  </a:lnTo>
                  <a:lnTo>
                    <a:pt x="4013" y="10265"/>
                  </a:lnTo>
                  <a:lnTo>
                    <a:pt x="4106" y="10219"/>
                  </a:lnTo>
                  <a:lnTo>
                    <a:pt x="4106" y="10172"/>
                  </a:lnTo>
                  <a:lnTo>
                    <a:pt x="4153" y="10079"/>
                  </a:lnTo>
                  <a:lnTo>
                    <a:pt x="4153" y="9145"/>
                  </a:lnTo>
                  <a:lnTo>
                    <a:pt x="4106" y="9099"/>
                  </a:lnTo>
                  <a:lnTo>
                    <a:pt x="4106" y="9006"/>
                  </a:lnTo>
                  <a:lnTo>
                    <a:pt x="4013" y="8959"/>
                  </a:lnTo>
                  <a:lnTo>
                    <a:pt x="93" y="8959"/>
                  </a:lnTo>
                  <a:lnTo>
                    <a:pt x="47" y="9006"/>
                  </a:lnTo>
                  <a:lnTo>
                    <a:pt x="0" y="9099"/>
                  </a:lnTo>
                  <a:lnTo>
                    <a:pt x="0" y="9145"/>
                  </a:lnTo>
                  <a:lnTo>
                    <a:pt x="0" y="10079"/>
                  </a:lnTo>
                  <a:lnTo>
                    <a:pt x="0" y="10172"/>
                  </a:lnTo>
                  <a:lnTo>
                    <a:pt x="47" y="10219"/>
                  </a:lnTo>
                  <a:lnTo>
                    <a:pt x="93" y="10265"/>
                  </a:lnTo>
                  <a:lnTo>
                    <a:pt x="1727" y="10265"/>
                  </a:lnTo>
                  <a:lnTo>
                    <a:pt x="2100" y="10825"/>
                  </a:lnTo>
                  <a:lnTo>
                    <a:pt x="2520" y="11292"/>
                  </a:lnTo>
                  <a:lnTo>
                    <a:pt x="3033" y="11665"/>
                  </a:lnTo>
                  <a:lnTo>
                    <a:pt x="3593" y="11992"/>
                  </a:lnTo>
                  <a:lnTo>
                    <a:pt x="3546" y="12085"/>
                  </a:lnTo>
                  <a:lnTo>
                    <a:pt x="187" y="12085"/>
                  </a:lnTo>
                  <a:lnTo>
                    <a:pt x="93" y="12132"/>
                  </a:lnTo>
                  <a:lnTo>
                    <a:pt x="47" y="12178"/>
                  </a:lnTo>
                  <a:lnTo>
                    <a:pt x="0" y="12225"/>
                  </a:lnTo>
                  <a:lnTo>
                    <a:pt x="0" y="12318"/>
                  </a:lnTo>
                  <a:lnTo>
                    <a:pt x="0" y="13205"/>
                  </a:lnTo>
                  <a:lnTo>
                    <a:pt x="0" y="13298"/>
                  </a:lnTo>
                  <a:lnTo>
                    <a:pt x="47" y="13345"/>
                  </a:lnTo>
                  <a:lnTo>
                    <a:pt x="93" y="13392"/>
                  </a:lnTo>
                  <a:lnTo>
                    <a:pt x="187" y="13438"/>
                  </a:lnTo>
                  <a:lnTo>
                    <a:pt x="9706" y="13438"/>
                  </a:lnTo>
                  <a:lnTo>
                    <a:pt x="9799" y="13392"/>
                  </a:lnTo>
                  <a:lnTo>
                    <a:pt x="9846" y="13345"/>
                  </a:lnTo>
                  <a:lnTo>
                    <a:pt x="9892" y="13298"/>
                  </a:lnTo>
                  <a:lnTo>
                    <a:pt x="9939" y="13205"/>
                  </a:lnTo>
                  <a:lnTo>
                    <a:pt x="9939" y="12318"/>
                  </a:lnTo>
                  <a:lnTo>
                    <a:pt x="9892" y="12225"/>
                  </a:lnTo>
                  <a:lnTo>
                    <a:pt x="9846" y="12178"/>
                  </a:lnTo>
                  <a:lnTo>
                    <a:pt x="9799" y="12132"/>
                  </a:lnTo>
                  <a:lnTo>
                    <a:pt x="9706" y="12085"/>
                  </a:lnTo>
                  <a:lnTo>
                    <a:pt x="8212" y="12085"/>
                  </a:lnTo>
                  <a:lnTo>
                    <a:pt x="8119" y="11852"/>
                  </a:lnTo>
                  <a:lnTo>
                    <a:pt x="7979" y="11618"/>
                  </a:lnTo>
                  <a:lnTo>
                    <a:pt x="8492" y="11199"/>
                  </a:lnTo>
                  <a:lnTo>
                    <a:pt x="8539" y="11105"/>
                  </a:lnTo>
                  <a:lnTo>
                    <a:pt x="8539" y="11059"/>
                  </a:lnTo>
                  <a:lnTo>
                    <a:pt x="8492" y="10919"/>
                  </a:lnTo>
                  <a:lnTo>
                    <a:pt x="8352" y="10872"/>
                  </a:lnTo>
                  <a:lnTo>
                    <a:pt x="8306" y="10872"/>
                  </a:lnTo>
                  <a:lnTo>
                    <a:pt x="8212" y="10919"/>
                  </a:lnTo>
                  <a:lnTo>
                    <a:pt x="7932" y="11152"/>
                  </a:lnTo>
                  <a:lnTo>
                    <a:pt x="7652" y="11385"/>
                  </a:lnTo>
                  <a:lnTo>
                    <a:pt x="7093" y="11059"/>
                  </a:lnTo>
                  <a:lnTo>
                    <a:pt x="7466" y="10825"/>
                  </a:lnTo>
                  <a:lnTo>
                    <a:pt x="7839" y="10545"/>
                  </a:lnTo>
                  <a:lnTo>
                    <a:pt x="8119" y="10219"/>
                  </a:lnTo>
                  <a:lnTo>
                    <a:pt x="8352" y="9845"/>
                  </a:lnTo>
                  <a:lnTo>
                    <a:pt x="8586" y="9472"/>
                  </a:lnTo>
                  <a:lnTo>
                    <a:pt x="8726" y="9099"/>
                  </a:lnTo>
                  <a:lnTo>
                    <a:pt x="8819" y="8679"/>
                  </a:lnTo>
                  <a:lnTo>
                    <a:pt x="8866" y="8259"/>
                  </a:lnTo>
                  <a:lnTo>
                    <a:pt x="8866" y="7839"/>
                  </a:lnTo>
                  <a:lnTo>
                    <a:pt x="8772" y="7419"/>
                  </a:lnTo>
                  <a:lnTo>
                    <a:pt x="8679" y="6999"/>
                  </a:lnTo>
                  <a:lnTo>
                    <a:pt x="8539" y="6579"/>
                  </a:lnTo>
                  <a:lnTo>
                    <a:pt x="8306" y="6206"/>
                  </a:lnTo>
                  <a:lnTo>
                    <a:pt x="8072" y="5879"/>
                  </a:lnTo>
                  <a:lnTo>
                    <a:pt x="7746" y="5553"/>
                  </a:lnTo>
                  <a:lnTo>
                    <a:pt x="7373" y="5273"/>
                  </a:lnTo>
                  <a:lnTo>
                    <a:pt x="7466" y="4993"/>
                  </a:lnTo>
                  <a:lnTo>
                    <a:pt x="7513" y="4713"/>
                  </a:lnTo>
                  <a:lnTo>
                    <a:pt x="7839" y="4946"/>
                  </a:lnTo>
                  <a:lnTo>
                    <a:pt x="8166" y="5179"/>
                  </a:lnTo>
                  <a:lnTo>
                    <a:pt x="8446" y="5459"/>
                  </a:lnTo>
                  <a:lnTo>
                    <a:pt x="8679" y="5786"/>
                  </a:lnTo>
                  <a:lnTo>
                    <a:pt x="8866" y="6113"/>
                  </a:lnTo>
                  <a:lnTo>
                    <a:pt x="9052" y="6439"/>
                  </a:lnTo>
                  <a:lnTo>
                    <a:pt x="9192" y="6812"/>
                  </a:lnTo>
                  <a:lnTo>
                    <a:pt x="9286" y="7186"/>
                  </a:lnTo>
                  <a:lnTo>
                    <a:pt x="9379" y="7559"/>
                  </a:lnTo>
                  <a:lnTo>
                    <a:pt x="9426" y="7932"/>
                  </a:lnTo>
                  <a:lnTo>
                    <a:pt x="9426" y="8306"/>
                  </a:lnTo>
                  <a:lnTo>
                    <a:pt x="9379" y="8726"/>
                  </a:lnTo>
                  <a:lnTo>
                    <a:pt x="9286" y="9099"/>
                  </a:lnTo>
                  <a:lnTo>
                    <a:pt x="9192" y="9472"/>
                  </a:lnTo>
                  <a:lnTo>
                    <a:pt x="9006" y="9845"/>
                  </a:lnTo>
                  <a:lnTo>
                    <a:pt x="8819" y="10172"/>
                  </a:lnTo>
                  <a:lnTo>
                    <a:pt x="8772" y="10265"/>
                  </a:lnTo>
                  <a:lnTo>
                    <a:pt x="8819" y="10312"/>
                  </a:lnTo>
                  <a:lnTo>
                    <a:pt x="8912" y="10452"/>
                  </a:lnTo>
                  <a:lnTo>
                    <a:pt x="9099" y="10452"/>
                  </a:lnTo>
                  <a:lnTo>
                    <a:pt x="9146" y="10359"/>
                  </a:lnTo>
                  <a:lnTo>
                    <a:pt x="9379" y="9985"/>
                  </a:lnTo>
                  <a:lnTo>
                    <a:pt x="9566" y="9565"/>
                  </a:lnTo>
                  <a:lnTo>
                    <a:pt x="9706" y="9145"/>
                  </a:lnTo>
                  <a:lnTo>
                    <a:pt x="9752" y="8679"/>
                  </a:lnTo>
                  <a:lnTo>
                    <a:pt x="9799" y="8259"/>
                  </a:lnTo>
                  <a:lnTo>
                    <a:pt x="9799" y="7792"/>
                  </a:lnTo>
                  <a:lnTo>
                    <a:pt x="9752" y="7372"/>
                  </a:lnTo>
                  <a:lnTo>
                    <a:pt x="9659" y="6952"/>
                  </a:lnTo>
                  <a:lnTo>
                    <a:pt x="9519" y="6532"/>
                  </a:lnTo>
                  <a:lnTo>
                    <a:pt x="9332" y="6113"/>
                  </a:lnTo>
                  <a:lnTo>
                    <a:pt x="9099" y="5739"/>
                  </a:lnTo>
                  <a:lnTo>
                    <a:pt x="8866" y="5366"/>
                  </a:lnTo>
                  <a:lnTo>
                    <a:pt x="8539" y="5039"/>
                  </a:lnTo>
                  <a:lnTo>
                    <a:pt x="8212" y="4713"/>
                  </a:lnTo>
                  <a:lnTo>
                    <a:pt x="7839" y="4433"/>
                  </a:lnTo>
                  <a:lnTo>
                    <a:pt x="7466" y="4246"/>
                  </a:lnTo>
                  <a:lnTo>
                    <a:pt x="7373" y="4059"/>
                  </a:lnTo>
                  <a:lnTo>
                    <a:pt x="7279" y="3873"/>
                  </a:lnTo>
                  <a:lnTo>
                    <a:pt x="7139" y="3733"/>
                  </a:lnTo>
                  <a:lnTo>
                    <a:pt x="6999" y="3593"/>
                  </a:lnTo>
                  <a:lnTo>
                    <a:pt x="7699" y="2613"/>
                  </a:lnTo>
                  <a:lnTo>
                    <a:pt x="7792" y="2473"/>
                  </a:lnTo>
                  <a:lnTo>
                    <a:pt x="7792" y="2286"/>
                  </a:lnTo>
                  <a:lnTo>
                    <a:pt x="7746" y="2100"/>
                  </a:lnTo>
                  <a:lnTo>
                    <a:pt x="7606" y="1960"/>
                  </a:lnTo>
                  <a:lnTo>
                    <a:pt x="7419" y="1820"/>
                  </a:lnTo>
                  <a:lnTo>
                    <a:pt x="7699" y="1400"/>
                  </a:lnTo>
                  <a:lnTo>
                    <a:pt x="7839" y="1493"/>
                  </a:lnTo>
                  <a:lnTo>
                    <a:pt x="7932" y="1540"/>
                  </a:lnTo>
                  <a:lnTo>
                    <a:pt x="7979" y="1540"/>
                  </a:lnTo>
                  <a:lnTo>
                    <a:pt x="8119" y="1446"/>
                  </a:lnTo>
                  <a:lnTo>
                    <a:pt x="8166" y="1307"/>
                  </a:lnTo>
                  <a:lnTo>
                    <a:pt x="8119" y="1213"/>
                  </a:lnTo>
                  <a:lnTo>
                    <a:pt x="8072" y="1167"/>
                  </a:lnTo>
                  <a:lnTo>
                    <a:pt x="7792" y="980"/>
                  </a:lnTo>
                  <a:lnTo>
                    <a:pt x="6533" y="47"/>
                  </a:lnTo>
                  <a:lnTo>
                    <a:pt x="64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33;p60">
              <a:extLst>
                <a:ext uri="{FF2B5EF4-FFF2-40B4-BE49-F238E27FC236}">
                  <a16:creationId xmlns:a16="http://schemas.microsoft.com/office/drawing/2014/main" id="{841AB7B0-C720-E2B8-64D6-A9B860C26D2B}"/>
                </a:ext>
              </a:extLst>
            </p:cNvPr>
            <p:cNvSpPr/>
            <p:nvPr/>
          </p:nvSpPr>
          <p:spPr>
            <a:xfrm>
              <a:off x="4953175" y="2291125"/>
              <a:ext cx="35025" cy="9375"/>
            </a:xfrm>
            <a:custGeom>
              <a:avLst/>
              <a:gdLst/>
              <a:ahLst/>
              <a:cxnLst/>
              <a:rect l="l" t="t" r="r" b="b"/>
              <a:pathLst>
                <a:path w="1401" h="375" extrusionOk="0">
                  <a:moveTo>
                    <a:pt x="94" y="1"/>
                  </a:moveTo>
                  <a:lnTo>
                    <a:pt x="47" y="47"/>
                  </a:lnTo>
                  <a:lnTo>
                    <a:pt x="0" y="94"/>
                  </a:lnTo>
                  <a:lnTo>
                    <a:pt x="0" y="187"/>
                  </a:lnTo>
                  <a:lnTo>
                    <a:pt x="0" y="281"/>
                  </a:lnTo>
                  <a:lnTo>
                    <a:pt x="47" y="327"/>
                  </a:lnTo>
                  <a:lnTo>
                    <a:pt x="94" y="374"/>
                  </a:lnTo>
                  <a:lnTo>
                    <a:pt x="1307" y="374"/>
                  </a:lnTo>
                  <a:lnTo>
                    <a:pt x="1354" y="327"/>
                  </a:lnTo>
                  <a:lnTo>
                    <a:pt x="1400" y="187"/>
                  </a:lnTo>
                  <a:lnTo>
                    <a:pt x="1354" y="47"/>
                  </a:lnTo>
                  <a:lnTo>
                    <a:pt x="13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34;p60">
              <a:extLst>
                <a:ext uri="{FF2B5EF4-FFF2-40B4-BE49-F238E27FC236}">
                  <a16:creationId xmlns:a16="http://schemas.microsoft.com/office/drawing/2014/main" id="{33C925BC-D6ED-0954-7743-921BB2C903DF}"/>
                </a:ext>
              </a:extLst>
            </p:cNvPr>
            <p:cNvSpPr/>
            <p:nvPr/>
          </p:nvSpPr>
          <p:spPr>
            <a:xfrm>
              <a:off x="4975350" y="2105650"/>
              <a:ext cx="9350" cy="10525"/>
            </a:xfrm>
            <a:custGeom>
              <a:avLst/>
              <a:gdLst/>
              <a:ahLst/>
              <a:cxnLst/>
              <a:rect l="l" t="t" r="r" b="b"/>
              <a:pathLst>
                <a:path w="374" h="421" extrusionOk="0">
                  <a:moveTo>
                    <a:pt x="187" y="1"/>
                  </a:moveTo>
                  <a:lnTo>
                    <a:pt x="93" y="47"/>
                  </a:lnTo>
                  <a:lnTo>
                    <a:pt x="47" y="94"/>
                  </a:lnTo>
                  <a:lnTo>
                    <a:pt x="0" y="187"/>
                  </a:lnTo>
                  <a:lnTo>
                    <a:pt x="47" y="327"/>
                  </a:lnTo>
                  <a:lnTo>
                    <a:pt x="93" y="374"/>
                  </a:lnTo>
                  <a:lnTo>
                    <a:pt x="187" y="421"/>
                  </a:lnTo>
                  <a:lnTo>
                    <a:pt x="280" y="374"/>
                  </a:lnTo>
                  <a:lnTo>
                    <a:pt x="327" y="327"/>
                  </a:lnTo>
                  <a:lnTo>
                    <a:pt x="373" y="187"/>
                  </a:lnTo>
                  <a:lnTo>
                    <a:pt x="327" y="94"/>
                  </a:lnTo>
                  <a:lnTo>
                    <a:pt x="280" y="47"/>
                  </a:lnTo>
                  <a:lnTo>
                    <a:pt x="1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432;p35">
            <a:extLst>
              <a:ext uri="{FF2B5EF4-FFF2-40B4-BE49-F238E27FC236}">
                <a16:creationId xmlns:a16="http://schemas.microsoft.com/office/drawing/2014/main" id="{E8530757-174C-149F-98F5-9B6B3CD5B610}"/>
              </a:ext>
            </a:extLst>
          </p:cNvPr>
          <p:cNvSpPr txBox="1">
            <a:spLocks/>
          </p:cNvSpPr>
          <p:nvPr/>
        </p:nvSpPr>
        <p:spPr>
          <a:xfrm>
            <a:off x="8622506" y="4750283"/>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21</a:t>
            </a:r>
          </a:p>
        </p:txBody>
      </p:sp>
    </p:spTree>
    <p:extLst>
      <p:ext uri="{BB962C8B-B14F-4D97-AF65-F5344CB8AC3E}">
        <p14:creationId xmlns:p14="http://schemas.microsoft.com/office/powerpoint/2010/main" val="2752368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688B6361-4988-A231-E68D-4B752538B32A}"/>
            </a:ext>
          </a:extLst>
        </p:cNvPr>
        <p:cNvGrpSpPr/>
        <p:nvPr/>
      </p:nvGrpSpPr>
      <p:grpSpPr>
        <a:xfrm>
          <a:off x="0" y="0"/>
          <a:ext cx="0" cy="0"/>
          <a:chOff x="0" y="0"/>
          <a:chExt cx="0" cy="0"/>
        </a:xfrm>
      </p:grpSpPr>
      <p:sp>
        <p:nvSpPr>
          <p:cNvPr id="430" name="Google Shape;430;p35">
            <a:extLst>
              <a:ext uri="{FF2B5EF4-FFF2-40B4-BE49-F238E27FC236}">
                <a16:creationId xmlns:a16="http://schemas.microsoft.com/office/drawing/2014/main" id="{F3E2AD28-408D-C3B7-6BAE-979EC9167754}"/>
              </a:ext>
            </a:extLst>
          </p:cNvPr>
          <p:cNvSpPr txBox="1">
            <a:spLocks noGrp="1"/>
          </p:cNvSpPr>
          <p:nvPr>
            <p:ph type="title" idx="2"/>
          </p:nvPr>
        </p:nvSpPr>
        <p:spPr>
          <a:xfrm>
            <a:off x="3991350" y="1222967"/>
            <a:ext cx="1161300" cy="1161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8</a:t>
            </a:r>
            <a:endParaRPr dirty="0"/>
          </a:p>
        </p:txBody>
      </p:sp>
      <p:sp>
        <p:nvSpPr>
          <p:cNvPr id="431" name="Google Shape;431;p35">
            <a:extLst>
              <a:ext uri="{FF2B5EF4-FFF2-40B4-BE49-F238E27FC236}">
                <a16:creationId xmlns:a16="http://schemas.microsoft.com/office/drawing/2014/main" id="{327281AB-C8B2-BB56-C454-283EEF5D25BD}"/>
              </a:ext>
            </a:extLst>
          </p:cNvPr>
          <p:cNvSpPr txBox="1">
            <a:spLocks noGrp="1"/>
          </p:cNvSpPr>
          <p:nvPr>
            <p:ph type="title"/>
          </p:nvPr>
        </p:nvSpPr>
        <p:spPr>
          <a:xfrm>
            <a:off x="707231" y="2468535"/>
            <a:ext cx="7808119"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SWOT Analysis</a:t>
            </a:r>
            <a:endParaRPr dirty="0"/>
          </a:p>
        </p:txBody>
      </p:sp>
      <p:sp>
        <p:nvSpPr>
          <p:cNvPr id="432" name="Google Shape;432;p35">
            <a:extLst>
              <a:ext uri="{FF2B5EF4-FFF2-40B4-BE49-F238E27FC236}">
                <a16:creationId xmlns:a16="http://schemas.microsoft.com/office/drawing/2014/main" id="{FC77A59D-2706-6FB3-2083-B77789BFD347}"/>
              </a:ext>
            </a:extLst>
          </p:cNvPr>
          <p:cNvSpPr txBox="1">
            <a:spLocks noGrp="1"/>
          </p:cNvSpPr>
          <p:nvPr>
            <p:ph type="subTitle" idx="1"/>
          </p:nvPr>
        </p:nvSpPr>
        <p:spPr>
          <a:xfrm>
            <a:off x="1780650" y="3554833"/>
            <a:ext cx="5582700" cy="36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The Last Draw: Card Slayer</a:t>
            </a:r>
            <a:endParaRPr dirty="0"/>
          </a:p>
        </p:txBody>
      </p:sp>
      <p:cxnSp>
        <p:nvCxnSpPr>
          <p:cNvPr id="433" name="Google Shape;433;p35">
            <a:extLst>
              <a:ext uri="{FF2B5EF4-FFF2-40B4-BE49-F238E27FC236}">
                <a16:creationId xmlns:a16="http://schemas.microsoft.com/office/drawing/2014/main" id="{6B0F1D70-8ADB-B58E-BAB1-81E886D9739A}"/>
              </a:ext>
            </a:extLst>
          </p:cNvPr>
          <p:cNvCxnSpPr/>
          <p:nvPr/>
        </p:nvCxnSpPr>
        <p:spPr>
          <a:xfrm>
            <a:off x="2326500" y="3515150"/>
            <a:ext cx="4491000" cy="0"/>
          </a:xfrm>
          <a:prstGeom prst="straightConnector1">
            <a:avLst/>
          </a:prstGeom>
          <a:noFill/>
          <a:ln w="9525" cap="flat" cmpd="sng">
            <a:solidFill>
              <a:schemeClr val="lt1"/>
            </a:solidFill>
            <a:prstDash val="solid"/>
            <a:round/>
            <a:headEnd type="none" w="med" len="med"/>
            <a:tailEnd type="none" w="med" len="med"/>
          </a:ln>
        </p:spPr>
      </p:cxnSp>
      <p:sp>
        <p:nvSpPr>
          <p:cNvPr id="2" name="Google Shape;432;p35">
            <a:extLst>
              <a:ext uri="{FF2B5EF4-FFF2-40B4-BE49-F238E27FC236}">
                <a16:creationId xmlns:a16="http://schemas.microsoft.com/office/drawing/2014/main" id="{D6792506-A6A0-F0FB-5079-B22FFAD4E372}"/>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22</a:t>
            </a:r>
          </a:p>
        </p:txBody>
      </p:sp>
    </p:spTree>
    <p:extLst>
      <p:ext uri="{BB962C8B-B14F-4D97-AF65-F5344CB8AC3E}">
        <p14:creationId xmlns:p14="http://schemas.microsoft.com/office/powerpoint/2010/main" val="3309941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46"/>
          <p:cNvSpPr txBox="1">
            <a:spLocks noGrp="1"/>
          </p:cNvSpPr>
          <p:nvPr>
            <p:ph type="title" idx="8"/>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SWOT Analysis:</a:t>
            </a:r>
          </a:p>
        </p:txBody>
      </p:sp>
      <p:sp>
        <p:nvSpPr>
          <p:cNvPr id="663" name="Google Shape;663;p46"/>
          <p:cNvSpPr txBox="1">
            <a:spLocks noGrp="1"/>
          </p:cNvSpPr>
          <p:nvPr>
            <p:ph type="title"/>
          </p:nvPr>
        </p:nvSpPr>
        <p:spPr>
          <a:xfrm>
            <a:off x="2327678" y="1838709"/>
            <a:ext cx="1978200"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solidFill>
                  <a:schemeClr val="lt1"/>
                </a:solidFill>
              </a:rPr>
              <a:t>Strengths</a:t>
            </a:r>
            <a:endParaRPr dirty="0">
              <a:solidFill>
                <a:schemeClr val="lt1"/>
              </a:solidFill>
            </a:endParaRPr>
          </a:p>
        </p:txBody>
      </p:sp>
      <p:sp>
        <p:nvSpPr>
          <p:cNvPr id="665" name="Google Shape;665;p46"/>
          <p:cNvSpPr txBox="1">
            <a:spLocks noGrp="1"/>
          </p:cNvSpPr>
          <p:nvPr>
            <p:ph type="title" idx="2"/>
          </p:nvPr>
        </p:nvSpPr>
        <p:spPr>
          <a:xfrm>
            <a:off x="5683559" y="1827695"/>
            <a:ext cx="1978200"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lt1"/>
                </a:solidFill>
              </a:rPr>
              <a:t>Weaknesses</a:t>
            </a:r>
            <a:endParaRPr dirty="0">
              <a:solidFill>
                <a:schemeClr val="lt1"/>
              </a:solidFill>
            </a:endParaRPr>
          </a:p>
        </p:txBody>
      </p:sp>
      <p:sp>
        <p:nvSpPr>
          <p:cNvPr id="667" name="Google Shape;667;p46"/>
          <p:cNvSpPr txBox="1">
            <a:spLocks noGrp="1"/>
          </p:cNvSpPr>
          <p:nvPr>
            <p:ph type="title" idx="4"/>
          </p:nvPr>
        </p:nvSpPr>
        <p:spPr>
          <a:xfrm>
            <a:off x="2327678" y="3340078"/>
            <a:ext cx="1975200"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lt1"/>
                </a:solidFill>
              </a:rPr>
              <a:t>Opportunities</a:t>
            </a:r>
            <a:endParaRPr dirty="0">
              <a:solidFill>
                <a:schemeClr val="lt1"/>
              </a:solidFill>
            </a:endParaRPr>
          </a:p>
        </p:txBody>
      </p:sp>
      <p:sp>
        <p:nvSpPr>
          <p:cNvPr id="669" name="Google Shape;669;p46"/>
          <p:cNvSpPr txBox="1">
            <a:spLocks noGrp="1"/>
          </p:cNvSpPr>
          <p:nvPr>
            <p:ph type="title" idx="6"/>
          </p:nvPr>
        </p:nvSpPr>
        <p:spPr>
          <a:xfrm>
            <a:off x="5683559" y="3325874"/>
            <a:ext cx="1978200"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lt1"/>
                </a:solidFill>
              </a:rPr>
              <a:t>Threats</a:t>
            </a:r>
            <a:endParaRPr dirty="0">
              <a:solidFill>
                <a:schemeClr val="lt1"/>
              </a:solidFill>
            </a:endParaRPr>
          </a:p>
        </p:txBody>
      </p:sp>
      <p:sp>
        <p:nvSpPr>
          <p:cNvPr id="671" name="Google Shape;671;p46"/>
          <p:cNvSpPr/>
          <p:nvPr/>
        </p:nvSpPr>
        <p:spPr>
          <a:xfrm>
            <a:off x="1482241" y="1603974"/>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46"/>
          <p:cNvSpPr/>
          <p:nvPr/>
        </p:nvSpPr>
        <p:spPr>
          <a:xfrm>
            <a:off x="4835066" y="1603974"/>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46"/>
          <p:cNvSpPr/>
          <p:nvPr/>
        </p:nvSpPr>
        <p:spPr>
          <a:xfrm>
            <a:off x="4835066" y="3129224"/>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6"/>
          <p:cNvSpPr/>
          <p:nvPr/>
        </p:nvSpPr>
        <p:spPr>
          <a:xfrm>
            <a:off x="1482241" y="3129224"/>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663;p46">
            <a:extLst>
              <a:ext uri="{FF2B5EF4-FFF2-40B4-BE49-F238E27FC236}">
                <a16:creationId xmlns:a16="http://schemas.microsoft.com/office/drawing/2014/main" id="{E20BA99F-37AE-8146-FA01-58FD1EEB50D0}"/>
              </a:ext>
            </a:extLst>
          </p:cNvPr>
          <p:cNvSpPr txBox="1">
            <a:spLocks/>
          </p:cNvSpPr>
          <p:nvPr/>
        </p:nvSpPr>
        <p:spPr>
          <a:xfrm>
            <a:off x="1721575" y="1814827"/>
            <a:ext cx="374238" cy="39143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S</a:t>
            </a:r>
          </a:p>
        </p:txBody>
      </p:sp>
      <p:sp>
        <p:nvSpPr>
          <p:cNvPr id="3" name="Google Shape;663;p46">
            <a:extLst>
              <a:ext uri="{FF2B5EF4-FFF2-40B4-BE49-F238E27FC236}">
                <a16:creationId xmlns:a16="http://schemas.microsoft.com/office/drawing/2014/main" id="{0B0F0C60-550D-DA75-43A6-170F8D0FEA75}"/>
              </a:ext>
            </a:extLst>
          </p:cNvPr>
          <p:cNvSpPr txBox="1">
            <a:spLocks/>
          </p:cNvSpPr>
          <p:nvPr/>
        </p:nvSpPr>
        <p:spPr>
          <a:xfrm>
            <a:off x="5077456" y="1814827"/>
            <a:ext cx="374238" cy="39143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w</a:t>
            </a:r>
          </a:p>
        </p:txBody>
      </p:sp>
      <p:sp>
        <p:nvSpPr>
          <p:cNvPr id="4" name="Google Shape;663;p46">
            <a:extLst>
              <a:ext uri="{FF2B5EF4-FFF2-40B4-BE49-F238E27FC236}">
                <a16:creationId xmlns:a16="http://schemas.microsoft.com/office/drawing/2014/main" id="{0C1973D8-D1C3-A076-F222-4866D85417AC}"/>
              </a:ext>
            </a:extLst>
          </p:cNvPr>
          <p:cNvSpPr txBox="1">
            <a:spLocks/>
          </p:cNvSpPr>
          <p:nvPr/>
        </p:nvSpPr>
        <p:spPr>
          <a:xfrm>
            <a:off x="1721575" y="3340079"/>
            <a:ext cx="374238" cy="39143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O</a:t>
            </a:r>
          </a:p>
        </p:txBody>
      </p:sp>
      <p:sp>
        <p:nvSpPr>
          <p:cNvPr id="5" name="Google Shape;663;p46">
            <a:extLst>
              <a:ext uri="{FF2B5EF4-FFF2-40B4-BE49-F238E27FC236}">
                <a16:creationId xmlns:a16="http://schemas.microsoft.com/office/drawing/2014/main" id="{17F4EFAB-70BB-66E5-5043-B4E186E6CC37}"/>
              </a:ext>
            </a:extLst>
          </p:cNvPr>
          <p:cNvSpPr txBox="1">
            <a:spLocks/>
          </p:cNvSpPr>
          <p:nvPr/>
        </p:nvSpPr>
        <p:spPr>
          <a:xfrm>
            <a:off x="5077456" y="3340078"/>
            <a:ext cx="374238" cy="39143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T</a:t>
            </a:r>
          </a:p>
        </p:txBody>
      </p:sp>
      <p:sp>
        <p:nvSpPr>
          <p:cNvPr id="14" name="Google Shape;432;p35">
            <a:extLst>
              <a:ext uri="{FF2B5EF4-FFF2-40B4-BE49-F238E27FC236}">
                <a16:creationId xmlns:a16="http://schemas.microsoft.com/office/drawing/2014/main" id="{B205914C-F83F-3526-F71D-D212DF209629}"/>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601" name="Google Shape;601;p45"/>
          <p:cNvSpPr txBox="1">
            <a:spLocks noGrp="1"/>
          </p:cNvSpPr>
          <p:nvPr>
            <p:ph type="title" idx="15"/>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SWOT Analysis:</a:t>
            </a:r>
            <a:endParaRPr dirty="0"/>
          </a:p>
        </p:txBody>
      </p:sp>
      <p:sp>
        <p:nvSpPr>
          <p:cNvPr id="603" name="Google Shape;603;p45"/>
          <p:cNvSpPr txBox="1">
            <a:spLocks noGrp="1"/>
          </p:cNvSpPr>
          <p:nvPr>
            <p:ph type="subTitle" idx="1"/>
          </p:nvPr>
        </p:nvSpPr>
        <p:spPr>
          <a:xfrm>
            <a:off x="2753663" y="1834585"/>
            <a:ext cx="4365877" cy="2652085"/>
          </a:xfrm>
          <a:prstGeom prst="rect">
            <a:avLst/>
          </a:prstGeom>
        </p:spPr>
        <p:txBody>
          <a:bodyPr spcFirstLastPara="1" wrap="square" lIns="91425" tIns="91425" rIns="91425" bIns="91425" anchor="t" anchorCtr="0">
            <a:noAutofit/>
          </a:bodyPr>
          <a:lstStyle/>
          <a:p>
            <a:pPr marL="285750" lvl="0" indent="-285750" algn="just" rtl="0">
              <a:spcBef>
                <a:spcPts val="0"/>
              </a:spcBef>
              <a:spcAft>
                <a:spcPts val="0"/>
              </a:spcAft>
              <a:buFont typeface="Arial" panose="020B0604020202020204" pitchFamily="34" charset="0"/>
              <a:buChar char="•"/>
            </a:pPr>
            <a:r>
              <a:rPr lang="en-US" dirty="0"/>
              <a:t>Turn-based, card combat system.</a:t>
            </a:r>
          </a:p>
          <a:p>
            <a:pPr marL="0" lvl="0" indent="0" algn="just" rtl="0">
              <a:spcBef>
                <a:spcPts val="0"/>
              </a:spcBef>
              <a:spcAft>
                <a:spcPts val="0"/>
              </a:spcAft>
            </a:pPr>
            <a:endParaRPr lang="en-US" dirty="0"/>
          </a:p>
          <a:p>
            <a:pPr marL="285750" lvl="0" indent="-285750" algn="just" rtl="0">
              <a:spcBef>
                <a:spcPts val="0"/>
              </a:spcBef>
              <a:spcAft>
                <a:spcPts val="0"/>
              </a:spcAft>
              <a:buFont typeface="Arial" panose="020B0604020202020204" pitchFamily="34" charset="0"/>
              <a:buChar char="•"/>
            </a:pPr>
            <a:r>
              <a:rPr lang="en-US" dirty="0"/>
              <a:t>Modular and scalable.</a:t>
            </a:r>
          </a:p>
          <a:p>
            <a:pPr marL="0" lvl="0" indent="0" algn="just" rtl="0">
              <a:spcBef>
                <a:spcPts val="0"/>
              </a:spcBef>
              <a:spcAft>
                <a:spcPts val="0"/>
              </a:spcAft>
            </a:pPr>
            <a:endParaRPr lang="en-US" dirty="0"/>
          </a:p>
          <a:p>
            <a:pPr marL="285750" lvl="0" indent="-285750" algn="just" rtl="0">
              <a:spcBef>
                <a:spcPts val="0"/>
              </a:spcBef>
              <a:spcAft>
                <a:spcPts val="0"/>
              </a:spcAft>
              <a:buFont typeface="Arial" panose="020B0604020202020204" pitchFamily="34" charset="0"/>
              <a:buChar char="•"/>
            </a:pPr>
            <a:r>
              <a:rPr lang="en-US" dirty="0"/>
              <a:t>Working AI model based on conditional and chance-based logic.</a:t>
            </a:r>
          </a:p>
          <a:p>
            <a:pPr marL="0" lvl="0" indent="0" algn="just" rtl="0">
              <a:spcBef>
                <a:spcPts val="0"/>
              </a:spcBef>
              <a:spcAft>
                <a:spcPts val="0"/>
              </a:spcAft>
            </a:pPr>
            <a:endParaRPr lang="en-US" dirty="0"/>
          </a:p>
          <a:p>
            <a:pPr marL="285750" lvl="0" indent="-285750" algn="just" rtl="0">
              <a:spcBef>
                <a:spcPts val="0"/>
              </a:spcBef>
              <a:spcAft>
                <a:spcPts val="0"/>
              </a:spcAft>
              <a:buFont typeface="Arial" panose="020B0604020202020204" pitchFamily="34" charset="0"/>
              <a:buChar char="•"/>
            </a:pPr>
            <a:r>
              <a:rPr lang="en-US" dirty="0"/>
              <a:t>Visually appealing assets used and created.</a:t>
            </a:r>
            <a:endParaRPr dirty="0"/>
          </a:p>
        </p:txBody>
      </p:sp>
      <p:sp>
        <p:nvSpPr>
          <p:cNvPr id="22" name="Google Shape;663;p46">
            <a:extLst>
              <a:ext uri="{FF2B5EF4-FFF2-40B4-BE49-F238E27FC236}">
                <a16:creationId xmlns:a16="http://schemas.microsoft.com/office/drawing/2014/main" id="{A2F1889B-B923-49B9-6578-25B057111C91}"/>
              </a:ext>
            </a:extLst>
          </p:cNvPr>
          <p:cNvSpPr txBox="1">
            <a:spLocks/>
          </p:cNvSpPr>
          <p:nvPr/>
        </p:nvSpPr>
        <p:spPr>
          <a:xfrm>
            <a:off x="2753663" y="1435265"/>
            <a:ext cx="1978200" cy="36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Strengths</a:t>
            </a:r>
          </a:p>
        </p:txBody>
      </p:sp>
      <p:sp>
        <p:nvSpPr>
          <p:cNvPr id="23" name="Google Shape;671;p46">
            <a:extLst>
              <a:ext uri="{FF2B5EF4-FFF2-40B4-BE49-F238E27FC236}">
                <a16:creationId xmlns:a16="http://schemas.microsoft.com/office/drawing/2014/main" id="{F6585792-9B06-427E-6858-F511628B1CBF}"/>
              </a:ext>
            </a:extLst>
          </p:cNvPr>
          <p:cNvSpPr/>
          <p:nvPr/>
        </p:nvSpPr>
        <p:spPr>
          <a:xfrm>
            <a:off x="1748363" y="1435265"/>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663;p46">
            <a:extLst>
              <a:ext uri="{FF2B5EF4-FFF2-40B4-BE49-F238E27FC236}">
                <a16:creationId xmlns:a16="http://schemas.microsoft.com/office/drawing/2014/main" id="{DF128E5A-26C7-A34F-666B-A74CC679A875}"/>
              </a:ext>
            </a:extLst>
          </p:cNvPr>
          <p:cNvSpPr txBox="1">
            <a:spLocks/>
          </p:cNvSpPr>
          <p:nvPr/>
        </p:nvSpPr>
        <p:spPr>
          <a:xfrm>
            <a:off x="1965960" y="1646119"/>
            <a:ext cx="395975" cy="37693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S</a:t>
            </a:r>
          </a:p>
        </p:txBody>
      </p:sp>
      <p:sp>
        <p:nvSpPr>
          <p:cNvPr id="27" name="Google Shape;432;p35">
            <a:extLst>
              <a:ext uri="{FF2B5EF4-FFF2-40B4-BE49-F238E27FC236}">
                <a16:creationId xmlns:a16="http://schemas.microsoft.com/office/drawing/2014/main" id="{242CC830-4B38-3DE1-96F5-E95597285BB2}"/>
              </a:ext>
            </a:extLst>
          </p:cNvPr>
          <p:cNvSpPr txBox="1">
            <a:spLocks/>
          </p:cNvSpPr>
          <p:nvPr/>
        </p:nvSpPr>
        <p:spPr>
          <a:xfrm>
            <a:off x="8622506" y="4777800"/>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97">
          <a:extLst>
            <a:ext uri="{FF2B5EF4-FFF2-40B4-BE49-F238E27FC236}">
              <a16:creationId xmlns:a16="http://schemas.microsoft.com/office/drawing/2014/main" id="{A83B2850-0FC0-986E-B11F-F0B41ADDDB18}"/>
            </a:ext>
          </a:extLst>
        </p:cNvPr>
        <p:cNvGrpSpPr/>
        <p:nvPr/>
      </p:nvGrpSpPr>
      <p:grpSpPr>
        <a:xfrm>
          <a:off x="0" y="0"/>
          <a:ext cx="0" cy="0"/>
          <a:chOff x="0" y="0"/>
          <a:chExt cx="0" cy="0"/>
        </a:xfrm>
      </p:grpSpPr>
      <p:sp>
        <p:nvSpPr>
          <p:cNvPr id="601" name="Google Shape;601;p45">
            <a:extLst>
              <a:ext uri="{FF2B5EF4-FFF2-40B4-BE49-F238E27FC236}">
                <a16:creationId xmlns:a16="http://schemas.microsoft.com/office/drawing/2014/main" id="{47DA0A0F-2C2B-C637-C0E4-FA9D096AED90}"/>
              </a:ext>
            </a:extLst>
          </p:cNvPr>
          <p:cNvSpPr txBox="1">
            <a:spLocks noGrp="1"/>
          </p:cNvSpPr>
          <p:nvPr>
            <p:ph type="title" idx="15"/>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SWOT Analysis:</a:t>
            </a:r>
            <a:endParaRPr dirty="0"/>
          </a:p>
        </p:txBody>
      </p:sp>
      <p:sp>
        <p:nvSpPr>
          <p:cNvPr id="603" name="Google Shape;603;p45">
            <a:extLst>
              <a:ext uri="{FF2B5EF4-FFF2-40B4-BE49-F238E27FC236}">
                <a16:creationId xmlns:a16="http://schemas.microsoft.com/office/drawing/2014/main" id="{6DB0EE9B-FB37-5EF7-9376-FCF57E9C6818}"/>
              </a:ext>
            </a:extLst>
          </p:cNvPr>
          <p:cNvSpPr txBox="1">
            <a:spLocks noGrp="1"/>
          </p:cNvSpPr>
          <p:nvPr>
            <p:ph type="subTitle" idx="1"/>
          </p:nvPr>
        </p:nvSpPr>
        <p:spPr>
          <a:xfrm>
            <a:off x="2753663" y="1834585"/>
            <a:ext cx="4365877" cy="2652085"/>
          </a:xfrm>
          <a:prstGeom prst="rect">
            <a:avLst/>
          </a:prstGeom>
        </p:spPr>
        <p:txBody>
          <a:bodyPr spcFirstLastPara="1" wrap="square" lIns="91425" tIns="91425" rIns="91425" bIns="91425" anchor="t" anchorCtr="0">
            <a:noAutofit/>
          </a:bodyPr>
          <a:lstStyle/>
          <a:p>
            <a:pPr marL="285750" lvl="0" indent="-285750" algn="just" rtl="0">
              <a:spcBef>
                <a:spcPts val="0"/>
              </a:spcBef>
              <a:spcAft>
                <a:spcPts val="0"/>
              </a:spcAft>
              <a:buFont typeface="Arial" panose="020B0604020202020204" pitchFamily="34" charset="0"/>
              <a:buChar char="•"/>
            </a:pPr>
            <a:r>
              <a:rPr lang="en-US" dirty="0"/>
              <a:t>Limited playtime due to an issue on Godot’s end.</a:t>
            </a:r>
          </a:p>
          <a:p>
            <a:pPr marL="0" lvl="0" indent="0" algn="just" rtl="0">
              <a:spcBef>
                <a:spcPts val="0"/>
              </a:spcBef>
              <a:spcAft>
                <a:spcPts val="0"/>
              </a:spcAft>
            </a:pPr>
            <a:endParaRPr lang="en-US" dirty="0"/>
          </a:p>
          <a:p>
            <a:pPr marL="285750" lvl="0" indent="-285750" algn="just" rtl="0">
              <a:spcBef>
                <a:spcPts val="0"/>
              </a:spcBef>
              <a:spcAft>
                <a:spcPts val="0"/>
              </a:spcAft>
              <a:buFont typeface="Arial" panose="020B0604020202020204" pitchFamily="34" charset="0"/>
              <a:buChar char="•"/>
            </a:pPr>
            <a:r>
              <a:rPr lang="en-US" dirty="0"/>
              <a:t>Limited enemy types due to time constraints.</a:t>
            </a:r>
          </a:p>
          <a:p>
            <a:pPr marL="0" lvl="0" indent="0" algn="just" rtl="0">
              <a:spcBef>
                <a:spcPts val="0"/>
              </a:spcBef>
              <a:spcAft>
                <a:spcPts val="0"/>
              </a:spcAft>
            </a:pPr>
            <a:endParaRPr lang="en-US" dirty="0"/>
          </a:p>
          <a:p>
            <a:pPr marL="285750" lvl="0" indent="-285750" algn="just" rtl="0">
              <a:spcBef>
                <a:spcPts val="0"/>
              </a:spcBef>
              <a:spcAft>
                <a:spcPts val="0"/>
              </a:spcAft>
              <a:buFont typeface="Arial" panose="020B0604020202020204" pitchFamily="34" charset="0"/>
              <a:buChar char="•"/>
            </a:pPr>
            <a:r>
              <a:rPr lang="en-US" dirty="0"/>
              <a:t>No implementation of story mode. </a:t>
            </a:r>
          </a:p>
          <a:p>
            <a:pPr marL="0" lvl="0" indent="0" algn="just" rtl="0">
              <a:spcBef>
                <a:spcPts val="0"/>
              </a:spcBef>
              <a:spcAft>
                <a:spcPts val="0"/>
              </a:spcAft>
            </a:pPr>
            <a:endParaRPr lang="en-US" dirty="0"/>
          </a:p>
          <a:p>
            <a:pPr marL="285750" lvl="0" indent="-285750" algn="just" rtl="0">
              <a:spcBef>
                <a:spcPts val="0"/>
              </a:spcBef>
              <a:spcAft>
                <a:spcPts val="0"/>
              </a:spcAft>
              <a:buFont typeface="Arial" panose="020B0604020202020204" pitchFamily="34" charset="0"/>
              <a:buChar char="•"/>
            </a:pPr>
            <a:r>
              <a:rPr lang="en-US" dirty="0"/>
              <a:t>Hosting the game on the web works slowly as it is heavy on the GPU.</a:t>
            </a:r>
            <a:endParaRPr dirty="0"/>
          </a:p>
        </p:txBody>
      </p:sp>
      <p:sp>
        <p:nvSpPr>
          <p:cNvPr id="22" name="Google Shape;663;p46">
            <a:extLst>
              <a:ext uri="{FF2B5EF4-FFF2-40B4-BE49-F238E27FC236}">
                <a16:creationId xmlns:a16="http://schemas.microsoft.com/office/drawing/2014/main" id="{79E7A5C4-C8FF-1578-6D9D-9176D163CFC7}"/>
              </a:ext>
            </a:extLst>
          </p:cNvPr>
          <p:cNvSpPr txBox="1">
            <a:spLocks/>
          </p:cNvSpPr>
          <p:nvPr/>
        </p:nvSpPr>
        <p:spPr>
          <a:xfrm>
            <a:off x="2753663" y="1435265"/>
            <a:ext cx="1978200" cy="36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Weakness</a:t>
            </a:r>
          </a:p>
        </p:txBody>
      </p:sp>
      <p:sp>
        <p:nvSpPr>
          <p:cNvPr id="23" name="Google Shape;671;p46">
            <a:extLst>
              <a:ext uri="{FF2B5EF4-FFF2-40B4-BE49-F238E27FC236}">
                <a16:creationId xmlns:a16="http://schemas.microsoft.com/office/drawing/2014/main" id="{A33C9BCD-AB38-58D9-DF7A-1C4169D7F552}"/>
              </a:ext>
            </a:extLst>
          </p:cNvPr>
          <p:cNvSpPr/>
          <p:nvPr/>
        </p:nvSpPr>
        <p:spPr>
          <a:xfrm>
            <a:off x="1748363" y="1435265"/>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663;p46">
            <a:extLst>
              <a:ext uri="{FF2B5EF4-FFF2-40B4-BE49-F238E27FC236}">
                <a16:creationId xmlns:a16="http://schemas.microsoft.com/office/drawing/2014/main" id="{B5FA76D5-A18E-CA9D-5826-CDC1105E509E}"/>
              </a:ext>
            </a:extLst>
          </p:cNvPr>
          <p:cNvSpPr txBox="1">
            <a:spLocks/>
          </p:cNvSpPr>
          <p:nvPr/>
        </p:nvSpPr>
        <p:spPr>
          <a:xfrm>
            <a:off x="1965960" y="1646119"/>
            <a:ext cx="395975" cy="37693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W</a:t>
            </a:r>
          </a:p>
        </p:txBody>
      </p:sp>
      <p:sp>
        <p:nvSpPr>
          <p:cNvPr id="2" name="Google Shape;432;p35">
            <a:extLst>
              <a:ext uri="{FF2B5EF4-FFF2-40B4-BE49-F238E27FC236}">
                <a16:creationId xmlns:a16="http://schemas.microsoft.com/office/drawing/2014/main" id="{E8F613AC-D47D-B873-EC6E-3B477632B4BC}"/>
              </a:ext>
            </a:extLst>
          </p:cNvPr>
          <p:cNvSpPr txBox="1">
            <a:spLocks/>
          </p:cNvSpPr>
          <p:nvPr/>
        </p:nvSpPr>
        <p:spPr>
          <a:xfrm>
            <a:off x="8622506" y="4777800"/>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25</a:t>
            </a:r>
          </a:p>
        </p:txBody>
      </p:sp>
    </p:spTree>
    <p:extLst>
      <p:ext uri="{BB962C8B-B14F-4D97-AF65-F5344CB8AC3E}">
        <p14:creationId xmlns:p14="http://schemas.microsoft.com/office/powerpoint/2010/main" val="3457182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97">
          <a:extLst>
            <a:ext uri="{FF2B5EF4-FFF2-40B4-BE49-F238E27FC236}">
              <a16:creationId xmlns:a16="http://schemas.microsoft.com/office/drawing/2014/main" id="{99B170B5-4190-4D44-A9D0-3582127AE0D5}"/>
            </a:ext>
          </a:extLst>
        </p:cNvPr>
        <p:cNvGrpSpPr/>
        <p:nvPr/>
      </p:nvGrpSpPr>
      <p:grpSpPr>
        <a:xfrm>
          <a:off x="0" y="0"/>
          <a:ext cx="0" cy="0"/>
          <a:chOff x="0" y="0"/>
          <a:chExt cx="0" cy="0"/>
        </a:xfrm>
      </p:grpSpPr>
      <p:sp>
        <p:nvSpPr>
          <p:cNvPr id="601" name="Google Shape;601;p45">
            <a:extLst>
              <a:ext uri="{FF2B5EF4-FFF2-40B4-BE49-F238E27FC236}">
                <a16:creationId xmlns:a16="http://schemas.microsoft.com/office/drawing/2014/main" id="{1841856B-C7BE-6B4C-6001-C92559C0F6E4}"/>
              </a:ext>
            </a:extLst>
          </p:cNvPr>
          <p:cNvSpPr txBox="1">
            <a:spLocks noGrp="1"/>
          </p:cNvSpPr>
          <p:nvPr>
            <p:ph type="title" idx="15"/>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SWOT Analysis:</a:t>
            </a:r>
            <a:endParaRPr dirty="0"/>
          </a:p>
        </p:txBody>
      </p:sp>
      <p:sp>
        <p:nvSpPr>
          <p:cNvPr id="603" name="Google Shape;603;p45">
            <a:extLst>
              <a:ext uri="{FF2B5EF4-FFF2-40B4-BE49-F238E27FC236}">
                <a16:creationId xmlns:a16="http://schemas.microsoft.com/office/drawing/2014/main" id="{8F5F2FE7-E3B6-857D-97AD-02C68FA43001}"/>
              </a:ext>
            </a:extLst>
          </p:cNvPr>
          <p:cNvSpPr txBox="1">
            <a:spLocks noGrp="1"/>
          </p:cNvSpPr>
          <p:nvPr>
            <p:ph type="subTitle" idx="1"/>
          </p:nvPr>
        </p:nvSpPr>
        <p:spPr>
          <a:xfrm>
            <a:off x="2753663" y="1834585"/>
            <a:ext cx="4365877" cy="2652085"/>
          </a:xfrm>
          <a:prstGeom prst="rect">
            <a:avLst/>
          </a:prstGeom>
        </p:spPr>
        <p:txBody>
          <a:bodyPr spcFirstLastPara="1" wrap="square" lIns="91425" tIns="91425" rIns="91425" bIns="91425" anchor="t" anchorCtr="0">
            <a:noAutofit/>
          </a:bodyPr>
          <a:lstStyle/>
          <a:p>
            <a:pPr marL="285750" lvl="0" indent="-285750" algn="just" rtl="0">
              <a:spcBef>
                <a:spcPts val="0"/>
              </a:spcBef>
              <a:spcAft>
                <a:spcPts val="0"/>
              </a:spcAft>
              <a:buFont typeface="Arial" panose="020B0604020202020204" pitchFamily="34" charset="0"/>
              <a:buChar char="•"/>
            </a:pPr>
            <a:r>
              <a:rPr lang="en-US" dirty="0"/>
              <a:t>Expand the game to include story mode, hence adding more content.</a:t>
            </a:r>
          </a:p>
          <a:p>
            <a:pPr marL="0" lvl="0" indent="0" algn="just" rtl="0">
              <a:spcBef>
                <a:spcPts val="0"/>
              </a:spcBef>
              <a:spcAft>
                <a:spcPts val="0"/>
              </a:spcAft>
            </a:pPr>
            <a:endParaRPr lang="en-US" dirty="0"/>
          </a:p>
          <a:p>
            <a:pPr marL="285750" lvl="0" indent="-285750" algn="just" rtl="0">
              <a:spcBef>
                <a:spcPts val="0"/>
              </a:spcBef>
              <a:spcAft>
                <a:spcPts val="0"/>
              </a:spcAft>
              <a:buFont typeface="Arial" panose="020B0604020202020204" pitchFamily="34" charset="0"/>
              <a:buChar char="•"/>
            </a:pPr>
            <a:r>
              <a:rPr lang="en-US" dirty="0"/>
              <a:t>Add more complicated enemy AI behaviors.</a:t>
            </a:r>
          </a:p>
          <a:p>
            <a:pPr marL="0" lvl="0" indent="0" algn="just" rtl="0">
              <a:spcBef>
                <a:spcPts val="0"/>
              </a:spcBef>
              <a:spcAft>
                <a:spcPts val="0"/>
              </a:spcAft>
            </a:pPr>
            <a:endParaRPr lang="en-US" dirty="0"/>
          </a:p>
          <a:p>
            <a:pPr marL="285750" lvl="0" indent="-285750" algn="just" rtl="0">
              <a:spcBef>
                <a:spcPts val="0"/>
              </a:spcBef>
              <a:spcAft>
                <a:spcPts val="0"/>
              </a:spcAft>
              <a:buFont typeface="Arial" panose="020B0604020202020204" pitchFamily="34" charset="0"/>
              <a:buChar char="•"/>
            </a:pPr>
            <a:r>
              <a:rPr lang="en-US" dirty="0"/>
              <a:t>Since most of the game is scalable, more new things can be added. </a:t>
            </a:r>
          </a:p>
          <a:p>
            <a:pPr marL="0" lvl="0" indent="0" algn="just" rtl="0">
              <a:spcBef>
                <a:spcPts val="0"/>
              </a:spcBef>
              <a:spcAft>
                <a:spcPts val="0"/>
              </a:spcAft>
            </a:pPr>
            <a:endParaRPr lang="en-US" dirty="0"/>
          </a:p>
          <a:p>
            <a:pPr marL="285750" lvl="0" indent="-285750" algn="just" rtl="0">
              <a:spcBef>
                <a:spcPts val="0"/>
              </a:spcBef>
              <a:spcAft>
                <a:spcPts val="0"/>
              </a:spcAft>
              <a:buFont typeface="Arial" panose="020B0604020202020204" pitchFamily="34" charset="0"/>
              <a:buChar char="•"/>
            </a:pPr>
            <a:r>
              <a:rPr lang="en-US" dirty="0"/>
              <a:t>Implementation of a save/load function would go a long way.</a:t>
            </a:r>
            <a:endParaRPr dirty="0"/>
          </a:p>
        </p:txBody>
      </p:sp>
      <p:sp>
        <p:nvSpPr>
          <p:cNvPr id="22" name="Google Shape;663;p46">
            <a:extLst>
              <a:ext uri="{FF2B5EF4-FFF2-40B4-BE49-F238E27FC236}">
                <a16:creationId xmlns:a16="http://schemas.microsoft.com/office/drawing/2014/main" id="{33CC531D-2F28-6705-AF11-A0161D4CEE8B}"/>
              </a:ext>
            </a:extLst>
          </p:cNvPr>
          <p:cNvSpPr txBox="1">
            <a:spLocks/>
          </p:cNvSpPr>
          <p:nvPr/>
        </p:nvSpPr>
        <p:spPr>
          <a:xfrm>
            <a:off x="2753663" y="1435265"/>
            <a:ext cx="1978200" cy="36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Opportunities</a:t>
            </a:r>
          </a:p>
        </p:txBody>
      </p:sp>
      <p:sp>
        <p:nvSpPr>
          <p:cNvPr id="23" name="Google Shape;671;p46">
            <a:extLst>
              <a:ext uri="{FF2B5EF4-FFF2-40B4-BE49-F238E27FC236}">
                <a16:creationId xmlns:a16="http://schemas.microsoft.com/office/drawing/2014/main" id="{3762F906-61D6-5536-6345-C717A2DF75BD}"/>
              </a:ext>
            </a:extLst>
          </p:cNvPr>
          <p:cNvSpPr/>
          <p:nvPr/>
        </p:nvSpPr>
        <p:spPr>
          <a:xfrm>
            <a:off x="1748363" y="1435265"/>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663;p46">
            <a:extLst>
              <a:ext uri="{FF2B5EF4-FFF2-40B4-BE49-F238E27FC236}">
                <a16:creationId xmlns:a16="http://schemas.microsoft.com/office/drawing/2014/main" id="{A6C1B04E-3E10-1DF8-3BBC-208E3B35A3A2}"/>
              </a:ext>
            </a:extLst>
          </p:cNvPr>
          <p:cNvSpPr txBox="1">
            <a:spLocks/>
          </p:cNvSpPr>
          <p:nvPr/>
        </p:nvSpPr>
        <p:spPr>
          <a:xfrm>
            <a:off x="1965960" y="1646119"/>
            <a:ext cx="395975" cy="37693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O</a:t>
            </a:r>
          </a:p>
        </p:txBody>
      </p:sp>
      <p:sp>
        <p:nvSpPr>
          <p:cNvPr id="2" name="Google Shape;432;p35">
            <a:extLst>
              <a:ext uri="{FF2B5EF4-FFF2-40B4-BE49-F238E27FC236}">
                <a16:creationId xmlns:a16="http://schemas.microsoft.com/office/drawing/2014/main" id="{0771EE32-EA56-E719-AA11-C5F3D0FC0DE5}"/>
              </a:ext>
            </a:extLst>
          </p:cNvPr>
          <p:cNvSpPr txBox="1">
            <a:spLocks/>
          </p:cNvSpPr>
          <p:nvPr/>
        </p:nvSpPr>
        <p:spPr>
          <a:xfrm>
            <a:off x="8622506" y="4777800"/>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26</a:t>
            </a:r>
          </a:p>
        </p:txBody>
      </p:sp>
    </p:spTree>
    <p:extLst>
      <p:ext uri="{BB962C8B-B14F-4D97-AF65-F5344CB8AC3E}">
        <p14:creationId xmlns:p14="http://schemas.microsoft.com/office/powerpoint/2010/main" val="4218632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97">
          <a:extLst>
            <a:ext uri="{FF2B5EF4-FFF2-40B4-BE49-F238E27FC236}">
              <a16:creationId xmlns:a16="http://schemas.microsoft.com/office/drawing/2014/main" id="{7CBFAC35-DD94-B28D-D22D-798E7452EAA2}"/>
            </a:ext>
          </a:extLst>
        </p:cNvPr>
        <p:cNvGrpSpPr/>
        <p:nvPr/>
      </p:nvGrpSpPr>
      <p:grpSpPr>
        <a:xfrm>
          <a:off x="0" y="0"/>
          <a:ext cx="0" cy="0"/>
          <a:chOff x="0" y="0"/>
          <a:chExt cx="0" cy="0"/>
        </a:xfrm>
      </p:grpSpPr>
      <p:sp>
        <p:nvSpPr>
          <p:cNvPr id="601" name="Google Shape;601;p45">
            <a:extLst>
              <a:ext uri="{FF2B5EF4-FFF2-40B4-BE49-F238E27FC236}">
                <a16:creationId xmlns:a16="http://schemas.microsoft.com/office/drawing/2014/main" id="{0A82845A-DFD4-468D-0DCC-8BC9ABBB09F7}"/>
              </a:ext>
            </a:extLst>
          </p:cNvPr>
          <p:cNvSpPr txBox="1">
            <a:spLocks noGrp="1"/>
          </p:cNvSpPr>
          <p:nvPr>
            <p:ph type="title" idx="15"/>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SWOT Analysis:</a:t>
            </a:r>
            <a:endParaRPr dirty="0"/>
          </a:p>
        </p:txBody>
      </p:sp>
      <p:sp>
        <p:nvSpPr>
          <p:cNvPr id="603" name="Google Shape;603;p45">
            <a:extLst>
              <a:ext uri="{FF2B5EF4-FFF2-40B4-BE49-F238E27FC236}">
                <a16:creationId xmlns:a16="http://schemas.microsoft.com/office/drawing/2014/main" id="{1A82A00C-C4E6-DE74-788D-2094FA91A6C7}"/>
              </a:ext>
            </a:extLst>
          </p:cNvPr>
          <p:cNvSpPr txBox="1">
            <a:spLocks noGrp="1"/>
          </p:cNvSpPr>
          <p:nvPr>
            <p:ph type="subTitle" idx="1"/>
          </p:nvPr>
        </p:nvSpPr>
        <p:spPr>
          <a:xfrm>
            <a:off x="2753663" y="1834585"/>
            <a:ext cx="4365877" cy="2652085"/>
          </a:xfrm>
          <a:prstGeom prst="rect">
            <a:avLst/>
          </a:prstGeom>
        </p:spPr>
        <p:txBody>
          <a:bodyPr spcFirstLastPara="1" wrap="square" lIns="91425" tIns="91425" rIns="91425" bIns="91425" anchor="t" anchorCtr="0">
            <a:noAutofit/>
          </a:bodyPr>
          <a:lstStyle/>
          <a:p>
            <a:pPr marL="285750" lvl="0" indent="-285750" algn="just" rtl="0">
              <a:spcBef>
                <a:spcPts val="0"/>
              </a:spcBef>
              <a:spcAft>
                <a:spcPts val="0"/>
              </a:spcAft>
              <a:buFont typeface="Arial" panose="020B0604020202020204" pitchFamily="34" charset="0"/>
              <a:buChar char="•"/>
            </a:pPr>
            <a:r>
              <a:rPr lang="en-US" dirty="0"/>
              <a:t>Due to a lack of content, constant replayability is hard to achieve.</a:t>
            </a:r>
          </a:p>
          <a:p>
            <a:pPr marL="0" lvl="0" indent="0" algn="just" rtl="0">
              <a:spcBef>
                <a:spcPts val="0"/>
              </a:spcBef>
              <a:spcAft>
                <a:spcPts val="0"/>
              </a:spcAft>
            </a:pPr>
            <a:endParaRPr lang="en-US" dirty="0"/>
          </a:p>
          <a:p>
            <a:pPr marL="285750" lvl="0" indent="-285750" algn="just" rtl="0">
              <a:spcBef>
                <a:spcPts val="0"/>
              </a:spcBef>
              <a:spcAft>
                <a:spcPts val="0"/>
              </a:spcAft>
              <a:buFont typeface="Arial" panose="020B0604020202020204" pitchFamily="34" charset="0"/>
              <a:buChar char="•"/>
            </a:pPr>
            <a:r>
              <a:rPr lang="en-US" dirty="0"/>
              <a:t>The game might not work on Linux or other operating systems.</a:t>
            </a:r>
          </a:p>
          <a:p>
            <a:pPr marL="0" lvl="0" indent="0" algn="just" rtl="0">
              <a:spcBef>
                <a:spcPts val="0"/>
              </a:spcBef>
              <a:spcAft>
                <a:spcPts val="0"/>
              </a:spcAft>
            </a:pPr>
            <a:endParaRPr lang="en-US" dirty="0"/>
          </a:p>
          <a:p>
            <a:pPr marL="285750" lvl="0" indent="-285750" algn="just" rtl="0">
              <a:spcBef>
                <a:spcPts val="0"/>
              </a:spcBef>
              <a:spcAft>
                <a:spcPts val="0"/>
              </a:spcAft>
              <a:buFont typeface="Arial" panose="020B0604020202020204" pitchFamily="34" charset="0"/>
              <a:buChar char="•"/>
            </a:pPr>
            <a:r>
              <a:rPr lang="en-US" dirty="0"/>
              <a:t>Slightly heavy on the GPU. </a:t>
            </a:r>
          </a:p>
          <a:p>
            <a:pPr marL="0" lvl="0" indent="0" algn="just" rtl="0">
              <a:spcBef>
                <a:spcPts val="0"/>
              </a:spcBef>
              <a:spcAft>
                <a:spcPts val="0"/>
              </a:spcAft>
            </a:pPr>
            <a:endParaRPr lang="en-US" dirty="0"/>
          </a:p>
          <a:p>
            <a:pPr marL="285750" lvl="0" indent="-285750" algn="just" rtl="0">
              <a:spcBef>
                <a:spcPts val="0"/>
              </a:spcBef>
              <a:spcAft>
                <a:spcPts val="0"/>
              </a:spcAft>
              <a:buFont typeface="Arial" panose="020B0604020202020204" pitchFamily="34" charset="0"/>
              <a:buChar char="•"/>
            </a:pPr>
            <a:r>
              <a:rPr lang="en-US" dirty="0"/>
              <a:t>Something might go wrong just because it was made in Godot.</a:t>
            </a:r>
            <a:endParaRPr dirty="0"/>
          </a:p>
        </p:txBody>
      </p:sp>
      <p:sp>
        <p:nvSpPr>
          <p:cNvPr id="22" name="Google Shape;663;p46">
            <a:extLst>
              <a:ext uri="{FF2B5EF4-FFF2-40B4-BE49-F238E27FC236}">
                <a16:creationId xmlns:a16="http://schemas.microsoft.com/office/drawing/2014/main" id="{42BEE34C-805A-E5EA-C3AC-68CC0135CB81}"/>
              </a:ext>
            </a:extLst>
          </p:cNvPr>
          <p:cNvSpPr txBox="1">
            <a:spLocks/>
          </p:cNvSpPr>
          <p:nvPr/>
        </p:nvSpPr>
        <p:spPr>
          <a:xfrm>
            <a:off x="2753663" y="1435265"/>
            <a:ext cx="1978200" cy="36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Threats</a:t>
            </a:r>
          </a:p>
        </p:txBody>
      </p:sp>
      <p:sp>
        <p:nvSpPr>
          <p:cNvPr id="23" name="Google Shape;671;p46">
            <a:extLst>
              <a:ext uri="{FF2B5EF4-FFF2-40B4-BE49-F238E27FC236}">
                <a16:creationId xmlns:a16="http://schemas.microsoft.com/office/drawing/2014/main" id="{4EE165E0-8AC0-BCD8-5240-1E192C4C8254}"/>
              </a:ext>
            </a:extLst>
          </p:cNvPr>
          <p:cNvSpPr/>
          <p:nvPr/>
        </p:nvSpPr>
        <p:spPr>
          <a:xfrm>
            <a:off x="1748363" y="1435265"/>
            <a:ext cx="759000" cy="759000"/>
          </a:xfrm>
          <a:prstGeom prst="roundRect">
            <a:avLst>
              <a:gd name="adj" fmla="val 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663;p46">
            <a:extLst>
              <a:ext uri="{FF2B5EF4-FFF2-40B4-BE49-F238E27FC236}">
                <a16:creationId xmlns:a16="http://schemas.microsoft.com/office/drawing/2014/main" id="{1E311ADE-C3C6-7FD5-FE60-694BEFA47A79}"/>
              </a:ext>
            </a:extLst>
          </p:cNvPr>
          <p:cNvSpPr txBox="1">
            <a:spLocks/>
          </p:cNvSpPr>
          <p:nvPr/>
        </p:nvSpPr>
        <p:spPr>
          <a:xfrm>
            <a:off x="1965960" y="1646119"/>
            <a:ext cx="395975" cy="37693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Playfair Display Medium"/>
              <a:buNone/>
              <a:defRPr sz="2000" b="0" i="0" u="none" strike="noStrike" cap="none">
                <a:solidFill>
                  <a:schemeClr val="lt1"/>
                </a:solidFill>
                <a:latin typeface="Playfair Display Medium"/>
                <a:ea typeface="Playfair Display Medium"/>
                <a:cs typeface="Playfair Display Medium"/>
                <a:sym typeface="Playfair Display Medium"/>
              </a:defRPr>
            </a:lvl1pPr>
            <a:lvl2pPr marR="0" lvl="1"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2pPr>
            <a:lvl3pPr marR="0" lvl="2"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3pPr>
            <a:lvl4pPr marR="0" lvl="3"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4pPr>
            <a:lvl5pPr marR="0" lvl="4"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5pPr>
            <a:lvl6pPr marR="0" lvl="5"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6pPr>
            <a:lvl7pPr marR="0" lvl="6"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7pPr>
            <a:lvl8pPr marR="0" lvl="7"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8pPr>
            <a:lvl9pPr marR="0" lvl="8" algn="ctr" rtl="0">
              <a:lnSpc>
                <a:spcPct val="100000"/>
              </a:lnSpc>
              <a:spcBef>
                <a:spcPts val="0"/>
              </a:spcBef>
              <a:spcAft>
                <a:spcPts val="0"/>
              </a:spcAft>
              <a:buClr>
                <a:schemeClr val="lt1"/>
              </a:buClr>
              <a:buSzPts val="2500"/>
              <a:buFont typeface="Anton"/>
              <a:buNone/>
              <a:defRPr sz="2500" b="0" i="0" u="none" strike="noStrike" cap="none">
                <a:solidFill>
                  <a:schemeClr val="lt1"/>
                </a:solidFill>
                <a:latin typeface="Anton"/>
                <a:ea typeface="Anton"/>
                <a:cs typeface="Anton"/>
                <a:sym typeface="Anton"/>
              </a:defRPr>
            </a:lvl9pPr>
          </a:lstStyle>
          <a:p>
            <a:r>
              <a:rPr lang="en-US" dirty="0"/>
              <a:t>T</a:t>
            </a:r>
          </a:p>
        </p:txBody>
      </p:sp>
      <p:sp>
        <p:nvSpPr>
          <p:cNvPr id="2" name="Google Shape;432;p35">
            <a:extLst>
              <a:ext uri="{FF2B5EF4-FFF2-40B4-BE49-F238E27FC236}">
                <a16:creationId xmlns:a16="http://schemas.microsoft.com/office/drawing/2014/main" id="{E2CB66A1-BB09-DB13-F183-289C232A6E59}"/>
              </a:ext>
            </a:extLst>
          </p:cNvPr>
          <p:cNvSpPr txBox="1">
            <a:spLocks/>
          </p:cNvSpPr>
          <p:nvPr/>
        </p:nvSpPr>
        <p:spPr>
          <a:xfrm>
            <a:off x="8622506" y="4777800"/>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27</a:t>
            </a:r>
          </a:p>
        </p:txBody>
      </p:sp>
    </p:spTree>
    <p:extLst>
      <p:ext uri="{BB962C8B-B14F-4D97-AF65-F5344CB8AC3E}">
        <p14:creationId xmlns:p14="http://schemas.microsoft.com/office/powerpoint/2010/main" val="708910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grpSp>
        <p:nvGrpSpPr>
          <p:cNvPr id="992" name="Google Shape;992;p58"/>
          <p:cNvGrpSpPr/>
          <p:nvPr/>
        </p:nvGrpSpPr>
        <p:grpSpPr>
          <a:xfrm>
            <a:off x="4298568" y="1320329"/>
            <a:ext cx="3432984" cy="2496295"/>
            <a:chOff x="331763" y="414153"/>
            <a:chExt cx="6903246" cy="5019697"/>
          </a:xfrm>
        </p:grpSpPr>
        <p:sp>
          <p:nvSpPr>
            <p:cNvPr id="993" name="Google Shape;993;p58"/>
            <p:cNvSpPr/>
            <p:nvPr/>
          </p:nvSpPr>
          <p:spPr>
            <a:xfrm>
              <a:off x="2953125" y="4725150"/>
              <a:ext cx="1660725" cy="708700"/>
            </a:xfrm>
            <a:custGeom>
              <a:avLst/>
              <a:gdLst/>
              <a:ahLst/>
              <a:cxnLst/>
              <a:rect l="l" t="t" r="r" b="b"/>
              <a:pathLst>
                <a:path w="66429" h="28348" extrusionOk="0">
                  <a:moveTo>
                    <a:pt x="6889" y="1"/>
                  </a:moveTo>
                  <a:lnTo>
                    <a:pt x="1" y="28347"/>
                  </a:lnTo>
                  <a:lnTo>
                    <a:pt x="66429" y="28347"/>
                  </a:lnTo>
                  <a:lnTo>
                    <a:pt x="59475" y="1"/>
                  </a:lnTo>
                  <a:lnTo>
                    <a:pt x="33182" y="464"/>
                  </a:lnTo>
                  <a:lnTo>
                    <a:pt x="6889" y="1"/>
                  </a:lnTo>
                  <a:close/>
                </a:path>
              </a:pathLst>
            </a:custGeom>
            <a:solidFill>
              <a:schemeClr val="dk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58"/>
            <p:cNvSpPr/>
            <p:nvPr/>
          </p:nvSpPr>
          <p:spPr>
            <a:xfrm>
              <a:off x="331763" y="414153"/>
              <a:ext cx="6903246" cy="4353879"/>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58"/>
            <p:cNvSpPr/>
            <p:nvPr/>
          </p:nvSpPr>
          <p:spPr>
            <a:xfrm>
              <a:off x="2772650" y="5206975"/>
              <a:ext cx="2020025" cy="226875"/>
            </a:xfrm>
            <a:custGeom>
              <a:avLst/>
              <a:gdLst/>
              <a:ahLst/>
              <a:cxnLst/>
              <a:rect l="l" t="t" r="r" b="b"/>
              <a:pathLst>
                <a:path w="80801" h="9075" extrusionOk="0">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996" name="Google Shape;996;p58"/>
          <p:cNvPicPr preferRelativeResize="0">
            <a:picLocks noGrp="1"/>
          </p:cNvPicPr>
          <p:nvPr>
            <p:ph type="pic" idx="2"/>
          </p:nvPr>
        </p:nvPicPr>
        <p:blipFill rotWithShape="1">
          <a:blip r:embed="rId3"/>
          <a:srcRect l="7850" r="7850"/>
          <a:stretch/>
        </p:blipFill>
        <p:spPr>
          <a:xfrm>
            <a:off x="4390465" y="1412556"/>
            <a:ext cx="3246000" cy="1984200"/>
          </a:xfrm>
          <a:prstGeom prst="rect">
            <a:avLst/>
          </a:prstGeom>
          <a:noFill/>
          <a:ln w="9525" cap="flat" cmpd="sng">
            <a:solidFill>
              <a:schemeClr val="lt1"/>
            </a:solidFill>
            <a:prstDash val="solid"/>
            <a:round/>
            <a:headEnd type="none" w="sm" len="sm"/>
            <a:tailEnd type="none" w="sm" len="sm"/>
          </a:ln>
        </p:spPr>
      </p:pic>
      <p:sp>
        <p:nvSpPr>
          <p:cNvPr id="997" name="Google Shape;997;p58"/>
          <p:cNvSpPr txBox="1">
            <a:spLocks noGrp="1"/>
          </p:cNvSpPr>
          <p:nvPr>
            <p:ph type="title"/>
          </p:nvPr>
        </p:nvSpPr>
        <p:spPr>
          <a:xfrm>
            <a:off x="947658" y="1752050"/>
            <a:ext cx="2663400" cy="548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Mockup</a:t>
            </a:r>
            <a:endParaRPr dirty="0"/>
          </a:p>
        </p:txBody>
      </p:sp>
      <p:grpSp>
        <p:nvGrpSpPr>
          <p:cNvPr id="999" name="Google Shape;999;p58"/>
          <p:cNvGrpSpPr/>
          <p:nvPr/>
        </p:nvGrpSpPr>
        <p:grpSpPr>
          <a:xfrm>
            <a:off x="4048310" y="2459561"/>
            <a:ext cx="671784" cy="1363605"/>
            <a:chOff x="5186401" y="494525"/>
            <a:chExt cx="1834973" cy="3724678"/>
          </a:xfrm>
        </p:grpSpPr>
        <p:sp>
          <p:nvSpPr>
            <p:cNvPr id="1000" name="Google Shape;1000;p58"/>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58"/>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2" name="Google Shape;1002;p58"/>
          <p:cNvGrpSpPr/>
          <p:nvPr/>
        </p:nvGrpSpPr>
        <p:grpSpPr>
          <a:xfrm>
            <a:off x="7083063" y="1985787"/>
            <a:ext cx="1113278" cy="1837384"/>
            <a:chOff x="5186401" y="494525"/>
            <a:chExt cx="1834973" cy="3724678"/>
          </a:xfrm>
        </p:grpSpPr>
        <p:sp>
          <p:nvSpPr>
            <p:cNvPr id="1003" name="Google Shape;1003;p58"/>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58"/>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05" name="Google Shape;1005;p58"/>
          <p:cNvPicPr preferRelativeResize="0">
            <a:picLocks noGrp="1"/>
          </p:cNvPicPr>
          <p:nvPr>
            <p:ph type="pic" idx="3"/>
          </p:nvPr>
        </p:nvPicPr>
        <p:blipFill rotWithShape="1">
          <a:blip r:embed="rId4"/>
          <a:srcRect l="33552" r="33552"/>
          <a:stretch/>
        </p:blipFill>
        <p:spPr>
          <a:xfrm>
            <a:off x="7215501" y="2149301"/>
            <a:ext cx="848399" cy="1318799"/>
          </a:xfrm>
          <a:prstGeom prst="rect">
            <a:avLst/>
          </a:prstGeom>
          <a:noFill/>
          <a:ln w="9525" cap="flat" cmpd="sng">
            <a:solidFill>
              <a:schemeClr val="lt1"/>
            </a:solidFill>
            <a:prstDash val="solid"/>
            <a:round/>
            <a:headEnd type="none" w="sm" len="sm"/>
            <a:tailEnd type="none" w="sm" len="sm"/>
          </a:ln>
        </p:spPr>
      </p:pic>
      <p:pic>
        <p:nvPicPr>
          <p:cNvPr id="1006" name="Google Shape;1006;p58"/>
          <p:cNvPicPr preferRelativeResize="0">
            <a:picLocks noGrp="1"/>
          </p:cNvPicPr>
          <p:nvPr>
            <p:ph type="pic" idx="4"/>
          </p:nvPr>
        </p:nvPicPr>
        <p:blipFill rotWithShape="1">
          <a:blip r:embed="rId5"/>
          <a:srcRect l="36848" r="36848"/>
          <a:stretch/>
        </p:blipFill>
        <p:spPr>
          <a:xfrm>
            <a:off x="4147653" y="2562225"/>
            <a:ext cx="473101" cy="1005899"/>
          </a:xfrm>
          <a:prstGeom prst="rect">
            <a:avLst/>
          </a:prstGeom>
          <a:noFill/>
          <a:ln w="9525" cap="flat" cmpd="sng">
            <a:solidFill>
              <a:schemeClr val="lt1"/>
            </a:solidFill>
            <a:prstDash val="solid"/>
            <a:round/>
            <a:headEnd type="none" w="sm" len="sm"/>
            <a:tailEnd type="none" w="sm" len="sm"/>
          </a:ln>
        </p:spPr>
      </p:pic>
      <p:sp>
        <p:nvSpPr>
          <p:cNvPr id="4" name="Google Shape;432;p35">
            <a:extLst>
              <a:ext uri="{FF2B5EF4-FFF2-40B4-BE49-F238E27FC236}">
                <a16:creationId xmlns:a16="http://schemas.microsoft.com/office/drawing/2014/main" id="{0BC451D5-AC39-C367-EB52-2E2F0C322994}"/>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37"/>
          <p:cNvSpPr txBox="1">
            <a:spLocks noGrp="1"/>
          </p:cNvSpPr>
          <p:nvPr>
            <p:ph type="title"/>
          </p:nvPr>
        </p:nvSpPr>
        <p:spPr>
          <a:xfrm>
            <a:off x="1108350" y="3402436"/>
            <a:ext cx="6929700"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 Pirate Software</a:t>
            </a:r>
            <a:endParaRPr dirty="0"/>
          </a:p>
        </p:txBody>
      </p:sp>
      <p:sp>
        <p:nvSpPr>
          <p:cNvPr id="470" name="Google Shape;470;p37"/>
          <p:cNvSpPr txBox="1">
            <a:spLocks noGrp="1"/>
          </p:cNvSpPr>
          <p:nvPr>
            <p:ph type="subTitle" idx="1"/>
          </p:nvPr>
        </p:nvSpPr>
        <p:spPr>
          <a:xfrm>
            <a:off x="1105950" y="915605"/>
            <a:ext cx="6932100" cy="248683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lang="en-US" sz="2000" dirty="0"/>
          </a:p>
          <a:p>
            <a:pPr marL="0" lvl="0" indent="0" algn="ctr" rtl="0">
              <a:spcBef>
                <a:spcPts val="0"/>
              </a:spcBef>
              <a:spcAft>
                <a:spcPts val="0"/>
              </a:spcAft>
              <a:buNone/>
            </a:pPr>
            <a:r>
              <a:rPr lang="en-US" sz="2400" dirty="0"/>
              <a:t>"When you make that game, it will not live up to your imagination you have, the perfect vision in your head. As you solidify that, it will get farther and farther from that perfect vision, and you have to be okay with that. That is normal."</a:t>
            </a:r>
            <a:endParaRPr sz="2400" dirty="0"/>
          </a:p>
        </p:txBody>
      </p:sp>
      <p:cxnSp>
        <p:nvCxnSpPr>
          <p:cNvPr id="471" name="Google Shape;471;p37"/>
          <p:cNvCxnSpPr/>
          <p:nvPr/>
        </p:nvCxnSpPr>
        <p:spPr>
          <a:xfrm>
            <a:off x="3028950" y="3965187"/>
            <a:ext cx="3086100" cy="0"/>
          </a:xfrm>
          <a:prstGeom prst="straightConnector1">
            <a:avLst/>
          </a:prstGeom>
          <a:noFill/>
          <a:ln w="9525" cap="flat" cmpd="sng">
            <a:solidFill>
              <a:schemeClr val="lt1"/>
            </a:solidFill>
            <a:prstDash val="solid"/>
            <a:round/>
            <a:headEnd type="none" w="med" len="med"/>
            <a:tailEnd type="none" w="med" len="med"/>
          </a:ln>
        </p:spPr>
      </p:cxnSp>
      <p:sp>
        <p:nvSpPr>
          <p:cNvPr id="4" name="Google Shape;432;p35">
            <a:extLst>
              <a:ext uri="{FF2B5EF4-FFF2-40B4-BE49-F238E27FC236}">
                <a16:creationId xmlns:a16="http://schemas.microsoft.com/office/drawing/2014/main" id="{E6E41776-D8E3-FC6F-CB72-B4DCD83B6FA7}"/>
              </a:ext>
            </a:extLst>
          </p:cNvPr>
          <p:cNvSpPr txBox="1">
            <a:spLocks/>
          </p:cNvSpPr>
          <p:nvPr/>
        </p:nvSpPr>
        <p:spPr>
          <a:xfrm>
            <a:off x="8622506" y="4663931"/>
            <a:ext cx="436293" cy="36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dirty="0"/>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6" name="Google Shape;1016;p59"/>
          <p:cNvSpPr txBox="1">
            <a:spLocks noGrp="1"/>
          </p:cNvSpPr>
          <p:nvPr>
            <p:ph type="title"/>
          </p:nvPr>
        </p:nvSpPr>
        <p:spPr>
          <a:xfrm>
            <a:off x="1898550" y="1353290"/>
            <a:ext cx="5346900" cy="109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 You</a:t>
            </a:r>
            <a:endParaRPr dirty="0"/>
          </a:p>
        </p:txBody>
      </p:sp>
      <p:sp>
        <p:nvSpPr>
          <p:cNvPr id="1026" name="Google Shape;1026;p59"/>
          <p:cNvSpPr txBox="1"/>
          <p:nvPr/>
        </p:nvSpPr>
        <p:spPr>
          <a:xfrm>
            <a:off x="3475800" y="4688700"/>
            <a:ext cx="2192400" cy="400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lt1"/>
                </a:solidFill>
                <a:latin typeface="Playfair Display"/>
                <a:ea typeface="Playfair Display"/>
                <a:cs typeface="Playfair Display"/>
                <a:sym typeface="Playfair Display"/>
              </a:rPr>
              <a:t>Swajan Rajbanshi</a:t>
            </a:r>
            <a:endParaRPr dirty="0">
              <a:solidFill>
                <a:schemeClr val="lt1"/>
              </a:solidFill>
              <a:latin typeface="Playfair Display"/>
              <a:ea typeface="Playfair Display"/>
              <a:cs typeface="Playfair Display"/>
              <a:sym typeface="Playfair Display"/>
            </a:endParaRPr>
          </a:p>
        </p:txBody>
      </p:sp>
      <p:sp>
        <p:nvSpPr>
          <p:cNvPr id="4" name="Google Shape;432;p35">
            <a:extLst>
              <a:ext uri="{FF2B5EF4-FFF2-40B4-BE49-F238E27FC236}">
                <a16:creationId xmlns:a16="http://schemas.microsoft.com/office/drawing/2014/main" id="{27A90F9A-5B23-AD6D-E52D-BBA4AF386A7F}"/>
              </a:ext>
            </a:extLst>
          </p:cNvPr>
          <p:cNvSpPr txBox="1">
            <a:spLocks/>
          </p:cNvSpPr>
          <p:nvPr/>
        </p:nvSpPr>
        <p:spPr>
          <a:xfrm>
            <a:off x="8473441" y="4629720"/>
            <a:ext cx="777240" cy="5181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Hind"/>
              <a:buNone/>
              <a:defRPr sz="1800" b="0" i="0" u="none" strike="noStrike" cap="none">
                <a:solidFill>
                  <a:schemeClr val="lt1"/>
                </a:solidFill>
                <a:latin typeface="Hind"/>
                <a:ea typeface="Hind"/>
                <a:cs typeface="Hind"/>
                <a:sym typeface="Hind"/>
              </a:defRPr>
            </a:lvl1pPr>
            <a:lvl2pPr marL="914400" marR="0" lvl="1"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2pPr>
            <a:lvl3pPr marL="1371600" marR="0" lvl="2"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3pPr>
            <a:lvl4pPr marL="1828800" marR="0" lvl="3"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4pPr>
            <a:lvl5pPr marL="2286000" marR="0" lvl="4"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5pPr>
            <a:lvl6pPr marL="2743200" marR="0" lvl="5"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6pPr>
            <a:lvl7pPr marL="3200400" marR="0" lvl="6"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7pPr>
            <a:lvl8pPr marL="3657600" marR="0" lvl="7"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8pPr>
            <a:lvl9pPr marL="4114800" marR="0" lvl="8" indent="-317500" algn="ctr" rtl="0">
              <a:lnSpc>
                <a:spcPct val="100000"/>
              </a:lnSpc>
              <a:spcBef>
                <a:spcPts val="0"/>
              </a:spcBef>
              <a:spcAft>
                <a:spcPts val="0"/>
              </a:spcAft>
              <a:buClr>
                <a:schemeClr val="lt1"/>
              </a:buClr>
              <a:buSzPts val="1400"/>
              <a:buFont typeface="Hind"/>
              <a:buNone/>
              <a:defRPr sz="1400" b="0" i="0" u="none" strike="noStrike" cap="none">
                <a:solidFill>
                  <a:schemeClr val="lt1"/>
                </a:solidFill>
                <a:latin typeface="Hind"/>
                <a:ea typeface="Hind"/>
                <a:cs typeface="Hind"/>
                <a:sym typeface="Hind"/>
              </a:defRPr>
            </a:lvl9pPr>
          </a:lstStyle>
          <a:p>
            <a:pPr marL="0" indent="0"/>
            <a:r>
              <a:rPr lang="en-US" sz="2000" dirty="0"/>
              <a:t>30</a:t>
            </a:r>
          </a:p>
        </p:txBody>
      </p:sp>
    </p:spTree>
  </p:cSld>
  <p:clrMapOvr>
    <a:masterClrMapping/>
  </p:clrMapOvr>
</p:sld>
</file>

<file path=ppt/theme/theme1.xml><?xml version="1.0" encoding="utf-8"?>
<a:theme xmlns:a="http://schemas.openxmlformats.org/drawingml/2006/main" name="Final Year Project Thesis Defense by Slidesgo">
  <a:themeElements>
    <a:clrScheme name="Simple Light">
      <a:dk1>
        <a:srgbClr val="2E125F"/>
      </a:dk1>
      <a:lt1>
        <a:srgbClr val="222020"/>
      </a:lt1>
      <a:dk2>
        <a:srgbClr val="EFEEF3"/>
      </a:dk2>
      <a:lt2>
        <a:srgbClr val="FFFFFF"/>
      </a:lt2>
      <a:accent1>
        <a:srgbClr val="FFFFFF"/>
      </a:accent1>
      <a:accent2>
        <a:srgbClr val="FFFFFF"/>
      </a:accent2>
      <a:accent3>
        <a:srgbClr val="FFFFFF"/>
      </a:accent3>
      <a:accent4>
        <a:srgbClr val="FFFFFF"/>
      </a:accent4>
      <a:accent5>
        <a:srgbClr val="FFFFFF"/>
      </a:accent5>
      <a:accent6>
        <a:srgbClr val="FFFFFF"/>
      </a:accent6>
      <a:hlink>
        <a:srgbClr val="22202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TotalTime>
  <Words>736</Words>
  <Application>Microsoft Office PowerPoint</Application>
  <PresentationFormat>On-screen Show (16:9)</PresentationFormat>
  <Paragraphs>208</Paragraphs>
  <Slides>30</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Playfair Display</vt:lpstr>
      <vt:lpstr>PT Sans</vt:lpstr>
      <vt:lpstr>Loved by the King</vt:lpstr>
      <vt:lpstr>Hind</vt:lpstr>
      <vt:lpstr>Arial</vt:lpstr>
      <vt:lpstr>Playfair Display Medium</vt:lpstr>
      <vt:lpstr>Lato</vt:lpstr>
      <vt:lpstr>Final Year Project Thesis Defense by Slidesgo</vt:lpstr>
      <vt:lpstr>Final Year Project Presentation</vt:lpstr>
      <vt:lpstr>01</vt:lpstr>
      <vt:lpstr>1</vt:lpstr>
      <vt:lpstr>Introduction</vt:lpstr>
      <vt:lpstr>2</vt:lpstr>
      <vt:lpstr>Aims:</vt:lpstr>
      <vt:lpstr>Objectives:</vt:lpstr>
      <vt:lpstr>3</vt:lpstr>
      <vt:lpstr>Guide for the project:</vt:lpstr>
      <vt:lpstr>Agile</vt:lpstr>
      <vt:lpstr>4</vt:lpstr>
      <vt:lpstr>Gantt  Chart</vt:lpstr>
      <vt:lpstr>Timeline</vt:lpstr>
      <vt:lpstr>5</vt:lpstr>
      <vt:lpstr>Flowchart: </vt:lpstr>
      <vt:lpstr>6</vt:lpstr>
      <vt:lpstr>Tools</vt:lpstr>
      <vt:lpstr>7</vt:lpstr>
      <vt:lpstr>Implementation:</vt:lpstr>
      <vt:lpstr>Implementation:</vt:lpstr>
      <vt:lpstr>Implementation:</vt:lpstr>
      <vt:lpstr>8</vt:lpstr>
      <vt:lpstr>SWOT Analysis:</vt:lpstr>
      <vt:lpstr>SWOT Analysis:</vt:lpstr>
      <vt:lpstr>SWOT Analysis:</vt:lpstr>
      <vt:lpstr>SWOT Analysis:</vt:lpstr>
      <vt:lpstr>SWOT Analysis:</vt:lpstr>
      <vt:lpstr>Mockup</vt:lpstr>
      <vt:lpstr>— Pirate Software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Swajan Shrestha</cp:lastModifiedBy>
  <cp:revision>70</cp:revision>
  <dcterms:modified xsi:type="dcterms:W3CDTF">2025-05-11T12:57:26Z</dcterms:modified>
</cp:coreProperties>
</file>