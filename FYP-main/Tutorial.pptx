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31:54.73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4225 2112 24550,'-2'83'0,"-3"0"0,-3-1 0,-3 0 0,-4 0 0,-3-1 0,-3-1 0,-3 0 0,-3-2 0,-3-1 0,-3-1 0,-3-1 0,-4-2 0,-1-1 0,-4-3 0,-3-1 0,-2-1 0,-2-3 0,-3-2 0,-3-3 0,-2-1 0,-2-3 0,-2-2 0,-2-3 0,-2-3 0,-2-2 0,-1-3 0,-3-3 0,0-3 0,-2-3 0,-1-3 0,-2-2 0,0-4 0,-1-3 0,-1-4 0,-1-2 0,0-4 0,-1-3 0,0-3 0,0-3 0,0-4 0,1-3 0,-1-3 0,1-3 0,0-4 0,1-2 0,1-4 0,1-3 0,0-4 0,2-2 0,1-3 0,1-3 0,2-3 0,2-3 0,1-3 0,2-2 0,2-3 0,2-3 0,2-2 0,2-3 0,2-1 0,3-3 0,2-2 0,3-3 0,3-1 0,2-1 0,3-3 0,3-1 0,3-2 0,3-1 0,3-1 0,2-1 0,4-2 0,3 0 0,4-1 0,2-1 0,4 0 0,3 0 0,3-1 0,3 0 0,4 0 0,3 0 0,3 1 0,3 0 0,4 0 0,2 1 0,4 1 0,3 0 0,4 2 0,2 1 0,3 1 0,3 1 0,3 2 0,3 1 0,3 3 0,2 1 0,3 1 0,3 3 0,2 2 0,3 3 0,2 1 0,2 3 0,2 2 0,2 3 0,2 3 0,2 2 0,1 3 0,2 3 0,2 3 0,1 3 0,1 3 0,2 2 0,0 4 0,1 3 0,1 4 0,1 2 0,0 4 0,1 3 0,-1 3 0,1 3 0,0 4 0,0 3 0,0 3 0,-1 3 0,0 4 0,-1 2 0,-1 4 0,-1 3 0,0 4 0,-2 2 0,-1 3 0,-2 3 0,0 3 0,-3 3 0,-1 3 0,-2 2 0,-2 3 0,-2 3 0,-2 2 0,-2 3 0,-2 1 0,-3 3 0,-3 2 0,-2 3 0,-2 1 0,-3 1 0,-4 3 0,-1 1 0,-4 2 0,-3 1 0,-3 1 0,-3 1 0,-3 2 0,-3 0 0,-3 1 0,-3 1 0,-4 0 0,-3 0 0,-3 1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31:56.3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1505 24575,'13'-1'0,"-1"-1"0,1 0 0,-1-1 0,0 0 0,0-1 0,0 0 0,0 0 0,13-9 0,6 0 0,866-338-960,-97 93 170,531-187-384,-530 142 484,-633 229-73,-125 49-3051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31:59.13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24575,'27'1'0,"1"2"0,0 0 0,0 2 0,33 10 0,106 42 0,-122-40 0,25 9 0,31 13 0,130 30 0,-227-69 0,-1 1 0,0-1 0,0 1 0,1 0 0,-1 0 0,0 1 0,0-1 0,0 0 0,0 1 0,0 0 0,-1 0 0,1 0 0,0 0 0,-1 0 0,0 0 0,1 1 0,-1-1 0,0 1 0,0-1 0,0 1 0,-1 0 0,1 0 0,-1 0 0,1 0 0,-1 0 0,0 0 0,0 1 0,0-1 0,-1 0 0,1 0 0,-1 1 0,0-1 0,0 0 0,0 1 0,0-1 0,0 0 0,-1 0 0,0 1 0,1-1 0,-1 0 0,0 0 0,-2 4 0,-6 13 0,0 1 0,-2-1 0,0 0 0,-1-1 0,-21 25 0,18-24 0,0 0 0,2 2 0,-22 44 0,27-43-682,-10 44-1,11-30-6143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38:25.39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1108 2 24575,'-101'-2'0,"-113"5"0,189 0 0,0 1 0,0 1 0,1 1 0,-34 14 0,-89 46 0,62-25 0,77-37 0,-161 77 0,144-66 0,0 1 0,0 1 0,1 1 0,-27 27 0,43-37 0,1 1 0,0 0 0,0 0 0,1 1 0,1-1 0,-1 1 0,1 1 0,1-1 0,0 1 0,1 0 0,0 0 0,0 0 0,0 14 0,-1 14 0,3 1 0,5 59 0,0-6 0,-3-71 0,1-1 0,1 0 0,0 0 0,2 0 0,1 0 0,0-1 0,2 0 0,0 0 0,1-1 0,1 0 0,1-1 0,0 0 0,2 0 0,0-1 0,0-1 0,31 27 0,-31-31 0,7 9 0,2-1 0,0-1 0,1-2 0,0 0 0,45 23 0,-36-26 0,2-2 0,0-1 0,0-2 0,1-1 0,0-1 0,1-3 0,-1 0 0,1-3 0,40-2 0,60 1 0,65-3 0,-171 1 0,-1-1 0,0-2 0,-1-1 0,52-17 0,-66 18 0,-1-1 0,-1 0 0,1-1 0,-1 0 0,0-1 0,0 0 0,-1-1 0,0 0 0,-1-1 0,0 0 0,0-1 0,8-13 0,8-15 0,-1 0 0,24-56 0,-41 77 0,-1-1 0,-1 0 0,-1 0 0,-1 0 0,0 0 0,-1-1 0,-1 1 0,-1-23 0,-2-80 0,-3-57 0,1 152 0,-1 0 0,-2 0 0,0 1 0,-2 0 0,-1 0 0,-1 0 0,-1 1 0,-23-38 0,21 43 0,-1 0 0,0 1 0,-1 0 0,-1 1 0,-1 1 0,-19-15 0,25 24 0,1 0 0,-2 1 0,1 0 0,-1 1 0,0 0 0,0 1 0,0 1 0,-1 0 0,1 0 0,-1 1 0,0 1 0,-20-1 0,5 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41:03.68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1258 8 24575,'-147'-2'0,"-138"3"0,225 2 0,0 4 0,-100 22 0,133-22 0,0 1 0,0 1 0,1 2 0,0 0 0,0 2 0,2 1 0,0 0 0,0 2 0,1 1 0,1 1 0,1 1 0,1 0 0,0 2 0,-32 45 0,17-14 0,-36 74 0,63-107 0,0 0 0,2 0 0,0 1 0,2 0 0,-4 25 0,-2 101 0,13 186 0,2-285 0,2 1 0,2-1 0,1-1 0,33 86 0,-21-76 0,3-1 0,2-2 0,2 0 0,3-2 0,2-2 0,66 75 0,-50-72 0,74 59 0,-99-92 0,2 0 0,1-2 0,0-1 0,1-1 0,40 15 0,-11-10 0,1-2 0,1-2 0,0-4 0,1-2 0,107 4 0,298-19 0,-424 4 0,0-3 0,-1-1 0,0-2 0,0-2 0,0-1 0,-1-3 0,-1-1 0,0-2 0,-1-1 0,-1-2 0,54-37 0,-80 47 0,-1 0 0,1-1 0,-2 0 0,1-1 0,-1 0 0,-1 0 0,0-1 0,0 0 0,-2-1 0,10-21 0,0-10 0,18-86 0,-21 75 0,-3 10 0,-2 0 0,2-82 0,-12-93 0,-1 77 0,4 16 0,-22-171 0,16 276 0,0 1 0,-1 0 0,-1 0 0,-1 0 0,-1 1 0,-17-30 0,-81-108 0,80 122 0,2 0 0,-7-10 0,-2 1 0,-2 2 0,-46-44 0,73 80 0,1 1 0,-2 0 0,1 1 0,0 0 0,-1 0 0,0 1 0,0 0 0,0 1 0,-1 0 0,1 1 0,-1 0 0,-12-1 0,-19 1 0,-78 5 0,37 1 0,-142-4-1365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41:08.01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1498 83 24575,'-9'-8'0,"0"0"0,0 1 0,-1 0 0,0 1 0,0 0 0,0 0 0,-1 1 0,0 1 0,0-1 0,0 2 0,0 0 0,-22-3 0,-11 1 0,1 2 0,-50 2 0,54 2 0,-108-2 0,-192 5 0,317-2 0,1 1 0,0 1 0,1 0 0,-1 2 0,1 0 0,0 1 0,-37 20 0,26-10 0,2 2 0,-1 1 0,2 1 0,-25 25 0,26-18 0,3 2 0,0 0 0,2 2 0,-27 49 0,7-12 0,31-50 0,1 0 0,1 1 0,0 1 0,1 0 0,2 0 0,0 0 0,1 0 0,-2 31 0,2 18 0,5 91 0,1-97 0,-1-26 0,2 0 0,2 0 0,1-1 0,2 1 0,2-2 0,1 1 0,1-1 0,21 42 0,-29-71 0,13 27 0,2 0 0,0-1 0,27 34 0,-25-39 0,2-2 0,1 0 0,0-1 0,2-2 0,1 0 0,1-2 0,51 31 0,-34-29 0,1-2 0,1-2 0,0-2 0,61 14 0,-39-17 0,0-3 0,105 3 0,595-19 0,-706 2 0,1-3 0,-1-3 0,0-2 0,94-30 0,-149 39 0,-1 0 0,1-1 0,-1 1 0,0-1 0,0-1 0,0 1 0,0-1 0,-1 0 0,0 0 0,1-1 0,-2 1 0,1-1 0,0 0 0,-1 0 0,0-1 0,0 0 0,0 1 0,-1-1 0,0 0 0,0-1 0,-1 1 0,0 0 0,0-1 0,0 0 0,-1 1 0,1-9 0,3-42 0,-4 0 0,-5-62 0,-1 6 0,5-449 0,-1 540 0,-1 1 0,0-1 0,-2 1 0,-1 0 0,-7-22 0,-44-101 0,29 81 0,21 47 0,-1 0 0,-1 1 0,-1 0 0,0 0 0,0 1 0,-2 0 0,0 1 0,0 0 0,-1 1 0,-1 0 0,0 1 0,0 0 0,-1 1 0,-1 1 0,0 0 0,0 1 0,0 0 0,-1 1 0,0 1 0,-1 1 0,-22-5 0,-184-33-748,202 39 131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46:50.22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24575,'6'8'0,"1"0"0,-2 0 0,1 1 0,-1-1 0,0 1 0,-1 1 0,0-1 0,-1 0 0,0 1 0,3 13 0,1 16 0,4 47 0,-11-79 0,17 210 0,30 234 0,-45-443 0,1 13 0,1 0 0,1-1 0,1 1 0,11 23 0,-14-38 0,0-1 0,0 1 0,0-1 0,1 0 0,0 0 0,0-1 0,0 1 0,0-1 0,1 0 0,0 0 0,-1 0 0,2-1 0,-1 1 0,0-1 0,1-1 0,-1 1 0,1-1 0,0 0 0,7 2 0,21 1 0,0-1 0,1-1 0,0-2 0,52-6 0,-19 2 0,260-2-1365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46:51.61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108 1 24575,'9'1'0,"0"1"0,0-1 0,0 2 0,0-1 0,0 1 0,-1 1 0,0 0 0,14 8 0,8 3 0,14 3 0,-23-10 0,35 20 0,-49-24 0,-1 0 0,0 0 0,0 1 0,-1-1 0,1 1 0,-1 1 0,0-1 0,-1 1 0,7 9 0,-6-6 0,0 1 0,0-1 0,-1 1 0,0 0 0,-1 0 0,0 0 0,0 0 0,-1 1 0,-1-1 0,0 1 0,0-1 0,-1 1 0,0 0 0,-1-1 0,0 1 0,-1-1 0,0 1 0,0-1 0,-1 0 0,-1 0 0,0 0 0,0 0 0,-1-1 0,0 0 0,-1 0 0,1 0 0,-2 0 0,1-1 0,-1 0 0,-1-1 0,0 1 0,0-1 0,-17 11 0,-150 97 111,72-50-1587,46-28-5350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48:22.94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133 2857 24575,'2'-2'0,"0"-1"0,0 0 0,0 0 0,0 0 0,0-1 0,-1 1 0,1 0 0,-1 0 0,0-1 0,0 1 0,-1-1 0,1 1 0,0-8 0,-3-48 0,2 53 0,-10-72 0,-24-88 0,6 33 0,-4-36 0,-13-254 0,44-163 0,2 529 0,4 0 0,1 0 0,4 0 0,28-96 0,-27 122 0,1 0 0,1 0 0,2 2 0,1 0 0,1 0 0,2 1 0,0 2 0,2 0 0,38-37 0,-21 29 0,2 2 0,2 2 0,1 1 0,49-24 0,-25 20 0,1 3 0,89-25 0,1 13 0,299-38 0,320 18-1365,-720 61-5461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48:24.28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24575,'4'0'0,"7"4"0,5 7 0,9 0 0,9 8 0,8 10 0,1 4 0,2 5 0,3-3 0,1-4 0,-7-2 0,-6-6 0,-5-3 0,-8-1 0,-3 2 0,-1 1 0,1-2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4:48:30.34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467 0 24575,'-5'1'0,"-1"0"0,1 0 0,0 0 0,-1 1 0,1 0 0,0 0 0,0 0 0,0 0 0,0 1 0,0 0 0,0 0 0,1 0 0,0 1 0,-5 4 0,-10 10 0,-27 35 0,34-38 0,-47 66 0,44-58 0,-1-1 0,-1-1 0,0 0 0,-23 20 0,2-9-79,10-10-350,1 2 1,-26 30-1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5:00:46.53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1 182 24575,'0'-4'0,"9"-7"0,16-5 0,12 0 0,19-2 0,12-2 0,13-2 0,2 2 0,4 1 0,-8 3 0,-13 4 0,-18 5-8191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9F1B-947E-4B41-8B9D-661DF681D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40BD0-0139-98D7-6771-10CE1CF5A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A6830-49D1-6CFF-077A-D796235A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ADF76-8FAC-407E-0210-D816CA2E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D9F01-E87C-9AEB-B846-D775D1FF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475C-2D2E-DF9D-0026-973B050F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BACB6-7789-9487-304D-CE728886E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D857-1890-5D5A-9C45-ABDB1F174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C6BD-61CD-DF12-D004-F37F57DC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8E4D5-D985-A911-B477-719C3F2E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6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2BA8-116B-819E-CCFB-5292713F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462D7-F25B-0D04-4E00-29803901E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8946-D39E-A93B-4B71-04B36B20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75A7D-D089-47AE-22E9-D28AE87A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7CC00-3A88-1465-FFE4-03F0146D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3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115B-E569-779E-5232-0B268991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6356-70D7-12E7-C927-6C8FA021B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0F355-826E-4335-312D-79C285686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73D1B-E5DC-F285-2217-BFAD39B5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F11D3-D677-475E-CA66-3285D4BD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CDD7C-F4F3-D7DE-478C-85D198AA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4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3DC3C-34A5-B51E-DE4F-677E1577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09B7C-DFD0-0459-ED0D-807EAEDE0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581D0-A12A-1698-0708-588CC168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1EBC0-6BB6-EA8D-F8BA-49CA746EC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6C417-546F-CB8B-A7C9-B28E24281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F60F4-5CD6-7A82-D77B-A1475B4C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E6894-C621-4FED-966B-F95373F5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1C597-25CA-D924-58D1-D60C333D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8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DDC3-2559-4D17-C083-21B4DF7C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7C517-3A40-FB36-FEC9-5C111A6F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94FF0-AC0D-92B0-E70A-D96C07A2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5BB07-6F9F-6E76-0658-283070EC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2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CA36D-2BB3-4B9E-CF1B-934332A0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84267-B198-E431-8E4D-E91F0C06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AA858-DC17-7C77-77A9-E38B24D5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3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EE12-9610-943B-4F41-856375D1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61C0-D583-FF22-5A6C-C8C7DF74A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4B9D9-17A1-E780-7BB7-DF4ADFA88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32ACC-DD1A-B389-CD20-5DDED7254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7D29F-41B2-832B-FEF5-47B22620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F9063-639E-276A-75E9-A3EE630E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7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055B-FCEA-BA49-17E7-21531D2B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5F597-EFA8-3BE7-8BBF-83C036674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27EA1-7270-7DF6-9F8A-AD816F5B3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35BAC-A9D3-FE6F-1231-E90797AD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6E2A9-0E7E-FC10-8BDA-E9C0BEDA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CE768-2F28-EA21-9177-08EF982B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1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7FBA-1E95-4DD1-0007-ECDA4A02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8CB86-46E2-F486-73E9-03F6E4F84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51CC0-524B-D1CD-AB8C-B279D9C0C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9619-091A-83EE-4C57-8E1C8584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85EC-6398-BA2E-5EF8-06C66F63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0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21B8B-4737-9736-2AF9-B82EEDF37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96AEF-62D5-77B4-D78F-7F3501652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21694-4516-6967-BE45-61991A53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8786B-9339-B842-A1A2-738695FB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CCEE4-A70A-D4EB-6B82-14B03979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80D19D-90D6-843F-5B4E-B93DBBF4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4A776-C294-563E-005B-3D30CB2A0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7A0B-E839-28D0-FEE0-28977C484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1FC97-EF18-48D3-AE80-08580D5FE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0ACD3-3C20-2BED-6BC9-0237A16B7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CB288-71CE-9367-2BD5-DB2F877F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AD2BB-EFB4-46C8-A13F-E17FBC5F6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9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E738-1E1B-1E94-C1C9-58F4A9B84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chitects Daughter" pitchFamily="2" charset="0"/>
              </a:rPr>
              <a:t>Tutorial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3996E-0537-2A50-D769-3AA5BCD36C0B}"/>
              </a:ext>
            </a:extLst>
          </p:cNvPr>
          <p:cNvSpPr txBox="1"/>
          <p:nvPr/>
        </p:nvSpPr>
        <p:spPr>
          <a:xfrm>
            <a:off x="4568177" y="5599522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chitects Daughter" pitchFamily="2" charset="0"/>
              </a:rPr>
              <a:t>By Swajan Rajbanshi</a:t>
            </a:r>
          </a:p>
        </p:txBody>
      </p:sp>
    </p:spTree>
    <p:extLst>
      <p:ext uri="{BB962C8B-B14F-4D97-AF65-F5344CB8AC3E}">
        <p14:creationId xmlns:p14="http://schemas.microsoft.com/office/powerpoint/2010/main" val="199163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662E3-F4B5-8A4A-8E72-66234E00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978D9E-FA72-6481-5AB4-3D8F8A9B3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37626"/>
            <a:ext cx="12136544" cy="6782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7A72E2-B91B-0552-EC76-04FB34D6839B}"/>
              </a:ext>
            </a:extLst>
          </p:cNvPr>
          <p:cNvSpPr txBox="1"/>
          <p:nvPr/>
        </p:nvSpPr>
        <p:spPr>
          <a:xfrm>
            <a:off x="2394408" y="4119512"/>
            <a:ext cx="2637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Hp of the player.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E17C3-2865-EA9F-F2DA-32AF7E7CFAB1}"/>
              </a:ext>
            </a:extLst>
          </p:cNvPr>
          <p:cNvSpPr txBox="1"/>
          <p:nvPr/>
        </p:nvSpPr>
        <p:spPr>
          <a:xfrm>
            <a:off x="8472550" y="4350344"/>
            <a:ext cx="2650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Hp of the enemy.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C9962-A729-F4AD-E902-035DB420C4C4}"/>
              </a:ext>
            </a:extLst>
          </p:cNvPr>
          <p:cNvSpPr txBox="1"/>
          <p:nvPr/>
        </p:nvSpPr>
        <p:spPr>
          <a:xfrm>
            <a:off x="6122035" y="1880315"/>
            <a:ext cx="4219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What the enemy will do next.</a:t>
            </a:r>
          </a:p>
        </p:txBody>
      </p:sp>
    </p:spTree>
    <p:extLst>
      <p:ext uri="{BB962C8B-B14F-4D97-AF65-F5344CB8AC3E}">
        <p14:creationId xmlns:p14="http://schemas.microsoft.com/office/powerpoint/2010/main" val="276567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4690-48E2-BB48-818A-215D442F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6FBCF7-4419-3CFE-087E-B55D531EF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37626"/>
            <a:ext cx="12136544" cy="67827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904D200-7B5B-BDE4-D725-4222377B6F9F}"/>
                  </a:ext>
                </a:extLst>
              </p14:cNvPr>
              <p14:cNvContentPartPr/>
              <p14:nvPr/>
            </p14:nvContentPartPr>
            <p14:xfrm>
              <a:off x="116952" y="5317905"/>
              <a:ext cx="1521360" cy="1521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904D200-7B5B-BDE4-D725-4222377B6F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52" y="5281905"/>
                <a:ext cx="1593000" cy="15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1790898-1B7D-0087-09BF-257759DA58CE}"/>
                  </a:ext>
                </a:extLst>
              </p14:cNvPr>
              <p14:cNvContentPartPr/>
              <p14:nvPr/>
            </p14:nvContentPartPr>
            <p14:xfrm>
              <a:off x="1395312" y="4907212"/>
              <a:ext cx="1510200" cy="541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1790898-1B7D-0087-09BF-257759DA58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9312" y="4871212"/>
                <a:ext cx="1581840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949DBD-0B0A-61BC-DAA0-5D1AED7280F8}"/>
                  </a:ext>
                </a:extLst>
              </p14:cNvPr>
              <p14:cNvContentPartPr/>
              <p14:nvPr/>
            </p14:nvContentPartPr>
            <p14:xfrm>
              <a:off x="2639472" y="4826572"/>
              <a:ext cx="308520" cy="267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949DBD-0B0A-61BC-DAA0-5D1AED7280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03832" y="4790572"/>
                <a:ext cx="380160" cy="33948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07DF759-07F9-DEC9-08FF-572E9F28E9D7}"/>
              </a:ext>
            </a:extLst>
          </p:cNvPr>
          <p:cNvSpPr txBox="1"/>
          <p:nvPr/>
        </p:nvSpPr>
        <p:spPr>
          <a:xfrm>
            <a:off x="3091991" y="4595739"/>
            <a:ext cx="6662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Mana bar/ Number of turns the player has.</a:t>
            </a:r>
          </a:p>
        </p:txBody>
      </p:sp>
    </p:spTree>
    <p:extLst>
      <p:ext uri="{BB962C8B-B14F-4D97-AF65-F5344CB8AC3E}">
        <p14:creationId xmlns:p14="http://schemas.microsoft.com/office/powerpoint/2010/main" val="382806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EF34-5B9B-78C2-B70D-D76299DE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44A2BE-8826-9CAC-85BF-FBEA328D7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37626"/>
            <a:ext cx="12136544" cy="67827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FAE630-CAC3-5344-5F77-7455EC0CFF2D}"/>
              </a:ext>
            </a:extLst>
          </p:cNvPr>
          <p:cNvSpPr txBox="1"/>
          <p:nvPr/>
        </p:nvSpPr>
        <p:spPr>
          <a:xfrm>
            <a:off x="5307162" y="5118755"/>
            <a:ext cx="1345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Card</a:t>
            </a:r>
            <a:r>
              <a:rPr lang="en-US" sz="3200" dirty="0">
                <a:solidFill>
                  <a:schemeClr val="bg1"/>
                </a:solidFill>
                <a:latin typeface="Architects Daughter" pitchFamily="2" charset="0"/>
              </a:rPr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128564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847-E922-2412-B9B2-FB379C1E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A86C45-4325-7A0F-1875-4A3EB6A0C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37626"/>
            <a:ext cx="12136544" cy="67827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20B648-D34A-B99A-511C-BD2D913EFE90}"/>
                  </a:ext>
                </a:extLst>
              </p14:cNvPr>
              <p14:cNvContentPartPr/>
              <p14:nvPr/>
            </p14:nvContentPartPr>
            <p14:xfrm>
              <a:off x="4238952" y="5674305"/>
              <a:ext cx="570240" cy="482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720B648-D34A-B99A-511C-BD2D913EFE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3312" y="5638305"/>
                <a:ext cx="641880" cy="554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A48FD9-7579-82A9-25F6-D9E25DFF2A50}"/>
              </a:ext>
            </a:extLst>
          </p:cNvPr>
          <p:cNvSpPr txBox="1"/>
          <p:nvPr/>
        </p:nvSpPr>
        <p:spPr>
          <a:xfrm>
            <a:off x="3025209" y="5189724"/>
            <a:ext cx="6957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1 = number of mana it will take to use the card</a:t>
            </a:r>
          </a:p>
        </p:txBody>
      </p:sp>
    </p:spTree>
    <p:extLst>
      <p:ext uri="{BB962C8B-B14F-4D97-AF65-F5344CB8AC3E}">
        <p14:creationId xmlns:p14="http://schemas.microsoft.com/office/powerpoint/2010/main" val="213410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D134-E536-450E-3EFC-B00A47D1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DF1652-EDCB-7311-8313-BCFD3EA5B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37626"/>
            <a:ext cx="12136544" cy="67827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5AB6D2B-5D51-7308-3893-2D5B4E8826E7}"/>
                  </a:ext>
                </a:extLst>
              </p14:cNvPr>
              <p14:cNvContentPartPr/>
              <p14:nvPr/>
            </p14:nvContentPartPr>
            <p14:xfrm>
              <a:off x="4336152" y="5964465"/>
              <a:ext cx="859680" cy="805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5AB6D2B-5D51-7308-3893-2D5B4E8826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0512" y="5928825"/>
                <a:ext cx="931320" cy="87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F03547-7D3A-D7EB-C6DC-1E00D01F92D1}"/>
                  </a:ext>
                </a:extLst>
              </p14:cNvPr>
              <p14:cNvContentPartPr/>
              <p14:nvPr/>
            </p14:nvContentPartPr>
            <p14:xfrm>
              <a:off x="6125712" y="5975332"/>
              <a:ext cx="834840" cy="681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F03547-7D3A-D7EB-C6DC-1E00D01F92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0072" y="5939332"/>
                <a:ext cx="906480" cy="7527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E44A01D-4A31-6F74-217C-55AC73542136}"/>
              </a:ext>
            </a:extLst>
          </p:cNvPr>
          <p:cNvSpPr txBox="1"/>
          <p:nvPr/>
        </p:nvSpPr>
        <p:spPr>
          <a:xfrm>
            <a:off x="4468306" y="4779389"/>
            <a:ext cx="3421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Sword = Attack card</a:t>
            </a:r>
          </a:p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Shield = Defense card</a:t>
            </a:r>
          </a:p>
        </p:txBody>
      </p:sp>
    </p:spTree>
    <p:extLst>
      <p:ext uri="{BB962C8B-B14F-4D97-AF65-F5344CB8AC3E}">
        <p14:creationId xmlns:p14="http://schemas.microsoft.com/office/powerpoint/2010/main" val="115768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3654C-122A-FA10-8826-7F738325B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" y="0"/>
            <a:ext cx="1214872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80FCC7-C2F8-45F3-4935-4485E5988ECD}"/>
              </a:ext>
            </a:extLst>
          </p:cNvPr>
          <p:cNvSpPr txBox="1"/>
          <p:nvPr/>
        </p:nvSpPr>
        <p:spPr>
          <a:xfrm>
            <a:off x="3301818" y="5139617"/>
            <a:ext cx="4892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Hovering over a card highlights it.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74177F-B800-2130-5909-5232D446D21F}"/>
              </a:ext>
            </a:extLst>
          </p:cNvPr>
          <p:cNvGrpSpPr/>
          <p:nvPr/>
        </p:nvGrpSpPr>
        <p:grpSpPr>
          <a:xfrm>
            <a:off x="3892992" y="5835225"/>
            <a:ext cx="358560" cy="558000"/>
            <a:chOff x="3892992" y="5835225"/>
            <a:chExt cx="35856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9E9DCEB-F10A-57D0-C6AD-ED6D41A1BB85}"/>
                    </a:ext>
                  </a:extLst>
                </p14:cNvPr>
                <p14:cNvContentPartPr/>
                <p14:nvPr/>
              </p14:nvContentPartPr>
              <p14:xfrm>
                <a:off x="3892992" y="5835225"/>
                <a:ext cx="321480" cy="410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9E9DCEB-F10A-57D0-C6AD-ED6D41A1BB8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57352" y="5799225"/>
                  <a:ext cx="3931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3AFC0D-987A-E5A8-C4B2-1408D862EE48}"/>
                    </a:ext>
                  </a:extLst>
                </p14:cNvPr>
                <p14:cNvContentPartPr/>
                <p14:nvPr/>
              </p14:nvContentPartPr>
              <p14:xfrm>
                <a:off x="4089912" y="6136545"/>
                <a:ext cx="161640" cy="256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3AFC0D-987A-E5A8-C4B2-1408D862EE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54272" y="6100905"/>
                  <a:ext cx="233280" cy="328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F2AFADB-D6C0-A83D-F964-BCD245626B1F}"/>
              </a:ext>
            </a:extLst>
          </p:cNvPr>
          <p:cNvSpPr txBox="1"/>
          <p:nvPr/>
        </p:nvSpPr>
        <p:spPr>
          <a:xfrm>
            <a:off x="2389065" y="1949856"/>
            <a:ext cx="6718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A tooltip to give info about the hovered card.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2DAE1E-51BC-D930-2B63-E276FC0422F7}"/>
                  </a:ext>
                </a:extLst>
              </p14:cNvPr>
              <p14:cNvContentPartPr/>
              <p14:nvPr/>
            </p14:nvContentPartPr>
            <p14:xfrm>
              <a:off x="2761512" y="847425"/>
              <a:ext cx="813600" cy="1028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2DAE1E-51BC-D930-2B63-E276FC0422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5872" y="811425"/>
                <a:ext cx="885240" cy="11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A5FA223-FD9A-4E17-AA41-DCBDAF681649}"/>
                  </a:ext>
                </a:extLst>
              </p14:cNvPr>
              <p14:cNvContentPartPr/>
              <p14:nvPr/>
            </p14:nvContentPartPr>
            <p14:xfrm>
              <a:off x="3346152" y="706665"/>
              <a:ext cx="183240" cy="131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A5FA223-FD9A-4E17-AA41-DCBDAF6816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10512" y="671025"/>
                <a:ext cx="2548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618A65-B62A-7F90-538C-1AB554F3E34D}"/>
                  </a:ext>
                </a:extLst>
              </p14:cNvPr>
              <p14:cNvContentPartPr/>
              <p14:nvPr/>
            </p14:nvContentPartPr>
            <p14:xfrm>
              <a:off x="3423552" y="876585"/>
              <a:ext cx="168480" cy="167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618A65-B62A-7F90-538C-1AB554F3E34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87912" y="840585"/>
                <a:ext cx="240120" cy="23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6241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8CB3-5EEA-E957-EC53-B1A67B3A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21C5B-397B-F143-C807-547F24C2A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78" y="502169"/>
            <a:ext cx="4925112" cy="35723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066EE-8A4C-15BD-605E-7B4435C04BFE}"/>
              </a:ext>
            </a:extLst>
          </p:cNvPr>
          <p:cNvSpPr txBox="1"/>
          <p:nvPr/>
        </p:nvSpPr>
        <p:spPr>
          <a:xfrm>
            <a:off x="240779" y="4421171"/>
            <a:ext cx="4925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chitects Daughter" pitchFamily="2" charset="0"/>
              </a:rPr>
              <a:t>The Blue box is the hit-box of the enemy, if the player aims out site the hit box, the card will not be used. (Depends on the card).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89624D-3C1B-956D-315E-99D0D6926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112" y="502169"/>
            <a:ext cx="4925110" cy="3572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D85433-B6D1-3E31-C1E4-295AAA03AD23}"/>
              </a:ext>
            </a:extLst>
          </p:cNvPr>
          <p:cNvSpPr txBox="1"/>
          <p:nvPr/>
        </p:nvSpPr>
        <p:spPr>
          <a:xfrm>
            <a:off x="7026112" y="4421171"/>
            <a:ext cx="4925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chitects Daughter" pitchFamily="2" charset="0"/>
              </a:rPr>
              <a:t>If the player aims inside the hit-box then a point/hand will indicate that the attack card can be released.</a:t>
            </a:r>
          </a:p>
        </p:txBody>
      </p:sp>
    </p:spTree>
    <p:extLst>
      <p:ext uri="{BB962C8B-B14F-4D97-AF65-F5344CB8AC3E}">
        <p14:creationId xmlns:p14="http://schemas.microsoft.com/office/powerpoint/2010/main" val="2960454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AD450-9046-9172-FCD6-57DE416E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FDE5B-4AEF-6748-3C3D-7E6DD5A78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4511F2-3BC6-A030-0D5F-5DF7BB0FE2DC}"/>
              </a:ext>
            </a:extLst>
          </p:cNvPr>
          <p:cNvSpPr txBox="1"/>
          <p:nvPr/>
        </p:nvSpPr>
        <p:spPr>
          <a:xfrm>
            <a:off x="3968684" y="4138366"/>
            <a:ext cx="6785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The hand when the player hovers in the hitbox.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E5DBE1-208E-95C5-1C29-D3FAFD2DEE32}"/>
                  </a:ext>
                </a:extLst>
              </p14:cNvPr>
              <p14:cNvContentPartPr/>
              <p14:nvPr/>
            </p14:nvContentPartPr>
            <p14:xfrm>
              <a:off x="9191112" y="3639225"/>
              <a:ext cx="230400" cy="65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E5DBE1-208E-95C5-1C29-D3FAFD2DEE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55472" y="3603585"/>
                <a:ext cx="302040" cy="1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1744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237EFA-1672-8916-1931-D90D705B9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" y="13811"/>
            <a:ext cx="12155596" cy="6830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825423-40DC-3D0D-EEA4-409CB9E586A6}"/>
              </a:ext>
            </a:extLst>
          </p:cNvPr>
          <p:cNvSpPr txBox="1"/>
          <p:nvPr/>
        </p:nvSpPr>
        <p:spPr>
          <a:xfrm>
            <a:off x="3676453" y="4147792"/>
            <a:ext cx="8158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The hand will not appear if the player misses the hitbox.</a:t>
            </a:r>
          </a:p>
        </p:txBody>
      </p:sp>
    </p:spTree>
    <p:extLst>
      <p:ext uri="{BB962C8B-B14F-4D97-AF65-F5344CB8AC3E}">
        <p14:creationId xmlns:p14="http://schemas.microsoft.com/office/powerpoint/2010/main" val="390694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0FA5-8A7E-F97D-96E0-FEFA6858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BDC1C-20CA-DB88-D05B-7438DA998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E47AE7-62A5-3972-4B1F-7D39CE511BA9}"/>
              </a:ext>
            </a:extLst>
          </p:cNvPr>
          <p:cNvSpPr txBox="1"/>
          <p:nvPr/>
        </p:nvSpPr>
        <p:spPr>
          <a:xfrm>
            <a:off x="3393650" y="5071620"/>
            <a:ext cx="4852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The card is disposed after used.</a:t>
            </a:r>
          </a:p>
        </p:txBody>
      </p:sp>
    </p:spTree>
    <p:extLst>
      <p:ext uri="{BB962C8B-B14F-4D97-AF65-F5344CB8AC3E}">
        <p14:creationId xmlns:p14="http://schemas.microsoft.com/office/powerpoint/2010/main" val="332852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43732-3C47-9669-4264-0E209C5A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258C33-18FA-8548-EBF1-2DE1D80B9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791658-43EA-5309-1A89-DC23F7067D84}"/>
              </a:ext>
            </a:extLst>
          </p:cNvPr>
          <p:cNvSpPr txBox="1"/>
          <p:nvPr/>
        </p:nvSpPr>
        <p:spPr>
          <a:xfrm>
            <a:off x="0" y="4873657"/>
            <a:ext cx="834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Mana bar decreases when card of certain value is used.</a:t>
            </a:r>
          </a:p>
        </p:txBody>
      </p:sp>
    </p:spTree>
    <p:extLst>
      <p:ext uri="{BB962C8B-B14F-4D97-AF65-F5344CB8AC3E}">
        <p14:creationId xmlns:p14="http://schemas.microsoft.com/office/powerpoint/2010/main" val="2046725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C7656-D0FB-BCC0-2408-64FFDA03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A03822-F673-01EB-3FE4-944BA8709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72F1C-1B2D-FE61-C225-FBDFBC6DAFF2}"/>
              </a:ext>
            </a:extLst>
          </p:cNvPr>
          <p:cNvSpPr txBox="1"/>
          <p:nvPr/>
        </p:nvSpPr>
        <p:spPr>
          <a:xfrm>
            <a:off x="5024486" y="1772238"/>
            <a:ext cx="6380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Big shield of certain value will be used next.</a:t>
            </a:r>
          </a:p>
        </p:txBody>
      </p:sp>
    </p:spTree>
    <p:extLst>
      <p:ext uri="{BB962C8B-B14F-4D97-AF65-F5344CB8AC3E}">
        <p14:creationId xmlns:p14="http://schemas.microsoft.com/office/powerpoint/2010/main" val="2036415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83BB-F0C4-056E-6947-28D7B499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9AA845-BC2A-C336-D133-D56310BA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D1E8E-061D-3E35-B142-B0B9342125A4}"/>
              </a:ext>
            </a:extLst>
          </p:cNvPr>
          <p:cNvSpPr txBox="1"/>
          <p:nvPr/>
        </p:nvSpPr>
        <p:spPr>
          <a:xfrm>
            <a:off x="2007908" y="4185499"/>
            <a:ext cx="3034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Shield Hero moment.</a:t>
            </a:r>
          </a:p>
        </p:txBody>
      </p:sp>
    </p:spTree>
    <p:extLst>
      <p:ext uri="{BB962C8B-B14F-4D97-AF65-F5344CB8AC3E}">
        <p14:creationId xmlns:p14="http://schemas.microsoft.com/office/powerpoint/2010/main" val="1821032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F3A02-1F8A-C603-89B6-ADE20744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2392D-9D8A-DB81-85C8-5B80A954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735315-0D92-D496-F060-799410284EC3}"/>
              </a:ext>
            </a:extLst>
          </p:cNvPr>
          <p:cNvSpPr txBox="1"/>
          <p:nvPr/>
        </p:nvSpPr>
        <p:spPr>
          <a:xfrm>
            <a:off x="467695" y="4689276"/>
            <a:ext cx="112566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When all the mana in the mana bar is used (0/3) no other card can be used </a:t>
            </a:r>
          </a:p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and the card is dimmed.</a:t>
            </a:r>
          </a:p>
        </p:txBody>
      </p:sp>
    </p:spTree>
    <p:extLst>
      <p:ext uri="{BB962C8B-B14F-4D97-AF65-F5344CB8AC3E}">
        <p14:creationId xmlns:p14="http://schemas.microsoft.com/office/powerpoint/2010/main" val="2199305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160F-AED1-F5E4-1BE8-3FBA9CA1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A5E04F-BA0D-952D-7356-B8CE9C736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902ACD-D264-FF46-C7D1-44E76590BCBC}"/>
              </a:ext>
            </a:extLst>
          </p:cNvPr>
          <p:cNvSpPr txBox="1"/>
          <p:nvPr/>
        </p:nvSpPr>
        <p:spPr>
          <a:xfrm>
            <a:off x="7910714" y="5279211"/>
            <a:ext cx="4123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chitects Daughter" pitchFamily="2" charset="0"/>
              </a:rPr>
              <a:t>The Player has to End turn.</a:t>
            </a:r>
          </a:p>
        </p:txBody>
      </p:sp>
    </p:spTree>
    <p:extLst>
      <p:ext uri="{BB962C8B-B14F-4D97-AF65-F5344CB8AC3E}">
        <p14:creationId xmlns:p14="http://schemas.microsoft.com/office/powerpoint/2010/main" val="1385950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BB78-6286-698C-E03E-7F59390C7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1C410-1F00-9BEB-2523-3DDAE4EAE8C7}"/>
              </a:ext>
            </a:extLst>
          </p:cNvPr>
          <p:cNvSpPr txBox="1"/>
          <p:nvPr/>
        </p:nvSpPr>
        <p:spPr>
          <a:xfrm>
            <a:off x="2545142" y="1510549"/>
            <a:ext cx="74222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0" i="0" dirty="0">
                <a:solidFill>
                  <a:srgbClr val="3E4C59"/>
                </a:solidFill>
                <a:effectLst/>
                <a:latin typeface="Architects Daughter" pitchFamily="2" charset="0"/>
              </a:rPr>
              <a:t>All teachings are mere references. </a:t>
            </a:r>
          </a:p>
          <a:p>
            <a:pPr algn="ctr"/>
            <a:r>
              <a:rPr lang="en-US" sz="3200" b="0" i="0" dirty="0">
                <a:solidFill>
                  <a:srgbClr val="3E4C59"/>
                </a:solidFill>
                <a:effectLst/>
                <a:latin typeface="Architects Daughter" pitchFamily="2" charset="0"/>
              </a:rPr>
              <a:t>The true experience is living one’s life.</a:t>
            </a:r>
          </a:p>
          <a:p>
            <a:pPr algn="ctr"/>
            <a:r>
              <a:rPr lang="en-US" sz="3200" dirty="0">
                <a:solidFill>
                  <a:srgbClr val="3E4C59"/>
                </a:solidFill>
                <a:latin typeface="Architects Daughter" pitchFamily="2" charset="0"/>
              </a:rPr>
              <a:t>- Ming-Dao Deng</a:t>
            </a:r>
            <a:r>
              <a:rPr lang="en-US" sz="3200" b="0" i="0" dirty="0">
                <a:solidFill>
                  <a:srgbClr val="3E4C59"/>
                </a:solidFill>
                <a:effectLst/>
                <a:latin typeface="Architects Daughter" pitchFamily="2" charset="0"/>
              </a:rPr>
              <a:t> </a:t>
            </a:r>
            <a:endParaRPr lang="en-US" sz="3200" dirty="0">
              <a:latin typeface="Architects Daughter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854BA-3432-AC48-5A26-278D7FD4F234}"/>
              </a:ext>
            </a:extLst>
          </p:cNvPr>
          <p:cNvSpPr txBox="1"/>
          <p:nvPr/>
        </p:nvSpPr>
        <p:spPr>
          <a:xfrm>
            <a:off x="4778926" y="5147396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chitects Daughter" pitchFamily="2" charset="0"/>
              </a:rPr>
              <a:t>Enjoy the game !! 😃😃</a:t>
            </a:r>
          </a:p>
        </p:txBody>
      </p:sp>
    </p:spTree>
    <p:extLst>
      <p:ext uri="{BB962C8B-B14F-4D97-AF65-F5344CB8AC3E}">
        <p14:creationId xmlns:p14="http://schemas.microsoft.com/office/powerpoint/2010/main" val="323355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233</Words>
  <Application>Microsoft Office PowerPoint</Application>
  <PresentationFormat>Widescreen</PresentationFormat>
  <Paragraphs>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Architects Daughter</vt:lpstr>
      <vt:lpstr>Arial</vt:lpstr>
      <vt:lpstr>Calibri</vt:lpstr>
      <vt:lpstr>Calibri Light</vt:lpstr>
      <vt:lpstr>Office Theme</vt:lpstr>
      <vt:lpstr>Tutorial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Swajan Shrestha</dc:creator>
  <cp:lastModifiedBy>Swajan Shrestha</cp:lastModifiedBy>
  <cp:revision>8</cp:revision>
  <dcterms:created xsi:type="dcterms:W3CDTF">2025-05-03T04:29:41Z</dcterms:created>
  <dcterms:modified xsi:type="dcterms:W3CDTF">2025-05-03T05:23:52Z</dcterms:modified>
</cp:coreProperties>
</file>